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3" Type="http://schemas.openxmlformats.org/officeDocument/2006/relationships/slide" Target="slides/slide3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58px', padding: '22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000625"/>
            <a:ext cx="12192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5210175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5210175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18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摘要&lt;/Text&gt;&#10;        &lt;Text style={{ fontSize: 15, color: '#8B97A8' }}&gt;02 / 15&lt;/Text&gt;&#10;    &lt;/Box&gt;&#10;    &lt;Box style={{ padding: '20px 40px 0px 40px', flexDirection: 'column', gap: 13 }}&gt;&#10;        &lt;Box style={{ backgroundColor: '#F0F5FC', borderLeft: '5px solid #1E4FA8', padding: '14px 20px', flexDirection: 'column' }}&gt;&#10;            &lt;Text style={{ fontSize: 22, fontWeight: 'bold', color: '#1E4FA8' }}&gt;问题&lt;/Text&gt;&#10;            &lt;Text style={{ fontSize: 22, color: '#1A2230', lineHeight: 1.5, marginTop: 6 }}&gt;3DGS 重建质量高、可实时渲染，但训练前必须由 SfM（COLMAP）离线解算相机位姿；SfM 要等&lt;b&gt;全部图像到齐&lt;/b&gt;，且对&lt;b&gt;乱序采集&lt;/b&gt;敏感。&lt;/Text&gt;&#10;        &lt;/Box&gt;&#10;        &lt;Box style={{ backgroundColor: '#F7F9FC', borderLeft: '5px solid #4A5568', padding: '14px 20px', flexDirection: 'column' }}&gt;&#10;            &lt;Text style={{ fontSize: 22, fontWeight: 'bold', color: '#4A5568' }}&gt;现状缺口&lt;/Text&gt;&#10;            &lt;Text style={{ fontSize: 22, color: '#1A2230', lineHeight: 1.5, marginTop: 6 }}&gt;离线 SfM + 3DGS 质量好、但慢且无现场反馈；SLAM 类增量重建能实时，却&lt;b&gt;假设图像有序&lt;/b&gt;——两者之间没人补齐。&lt;/Text&gt;&#10;        &lt;/Box&gt;&#10;        &lt;Box style={{ backgroundColor: '#F0F5FC', borderLeft: '5px solid #1E4FA8', padding: '14px 20px', flexDirection: 'column' }}&gt;&#10;            &lt;Text style={{ fontSize: 22, fontWeight: 'bold', color: '#1E4FA8' }}&gt;本文做法&lt;/Text&gt;&#10;            &lt;Text style={{ fontSize: 22, color: '#1A2230', lineHeight: 1.5, marginTop: 6 }}&gt;首个面向无序输入、具备全局一致性的即时反馈 3DGS 重建：两级快速匹配 + GPU 局部 BA + 簇级回环图传播 + 渐进式高斯层级。&lt;/Text&gt;&#10;        &lt;/Box&gt;&#10;        &lt;Box style={{ backgroundColor: '#F7F9FC', borderLeft: '5px solid #3D7BD9', padding: '14px 20px', flexDirection: 'column' }}&gt;&#10;            &lt;Text style={{ fontSize: 22, fontWeight: 'bold', color: '#3D7BD9' }}&gt;结果与复现&lt;/Text&gt;&#10;            &lt;Text style={{ fontSize: 22, color: '#1A2230', lineHeight: 1.5, marginTop: 6 }}&gt;MipNeRF360 上 &lt;b&gt;1 分 17 秒&lt;/b&gt;达到 &lt;b&gt;26.29 dB&lt;/b&gt;（离线参考 8 分 50 秒 / 27.52 dB）；输入打乱仅降 &lt;b&gt;0.5 dB&lt;/b&gt;。我们完成了端到端复现：&lt;b&gt;25.95 dB / 62.7 秒 / 185 帧&lt;/b&gt;。&lt;/Text&gt;&#10;        &lt;/Box&gt;&#10;    &lt;/Box&gt;&#10;    &lt;Box style={{ padding: '16px 40px 0px 40px' }}&gt;&#10;        &lt;Text style={{ fontSize: 16, color: '#4A5568' }}&gt;关键词：三维高斯泼溅 · 无序采集 · 即时重建 · 协视图 · 回环闭合 · 渐进式层级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647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摘要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428625" y="9810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381000" y="9810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19125" y="11144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19125" y="14287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重建质量高、可实时渲染，但训练前必须由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COLMAP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）离线解算相机位姿；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要等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全部图像到齐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，且对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乱序采集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敏感。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428625" y="244792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81000" y="244792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19125" y="25812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4A5568"/>
                </a:solidFill>
                <a:latin typeface="Microsoft YaHei"/>
                <a:ea typeface="Microsoft YaHei"/>
              </a:rPr>
              <a:t>现状缺口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19125" y="2895600"/>
            <a:ext cx="11001375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离线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质量好、但慢且无现场反馈；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类增量重建能实时，却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假设图像有序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——两者之间没人补齐。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8625" y="35337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381000" y="35337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19125" y="36671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本文做法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19125" y="39814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首个面向无序输入、具备全局一致性的即时反馈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GPU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渐进式高斯层级。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428625" y="5000625"/>
            <a:ext cx="11430000" cy="1343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381000" y="500062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19125" y="51339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D7BD9"/>
                </a:solidFill>
                <a:latin typeface="Microsoft YaHei"/>
                <a:ea typeface="Microsoft YaHei"/>
              </a:rPr>
              <a:t>结果与复现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19125" y="544830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达到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）；输入打乱仅降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。我们完成了端到端复现：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25.95 dB / 62.7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185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81000" y="6496050"/>
            <a:ext cx="1143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无序采集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即时重建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协视图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回环闭合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40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主要贡献点&lt;/Text&gt;&#10;        &lt;Text style={{ fontSize: 15, color: '#8B97A8' }}&gt;03 / 15&lt;/Text&gt;&#10;    &lt;/Box&gt;&#10;    &lt;Box style={{ padding: '22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1&lt;/Text&gt;&#10;                &lt;/Box&gt;&#10;                &lt;Text style={{ fontSize: 24, fontWeight: 'bold', color: '#1A2230' }}&gt;无序序列快速匹配&lt;/Text&gt;&#10;            &lt;/Box&gt;&#10;            &lt;Text style={{ fontSize: 22, color: '#1A2230', lineHeight: 1.55, marginTop: 12 }}&gt;视觉位置识别 → XFeat 粗筛 → LightGlue 精验，三级把匹配代价从 O(n²) 降到常数级。&lt;/Text&gt;&#10;            &lt;Text style={{ fontSize: 20, color: '#1E4FA8', fontWeight: 'bold', marginTop: 14 }}&gt;配加权协视图 + 高连通关键帧贪心选取&lt;/Text&gt;&#10;        &lt;/Box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2&lt;/Text&gt;&#10;                &lt;/Box&gt;&#10;                &lt;Text style={{ fontSize: 24, fontWeight: 'bold', color: '#1A2230' }}&gt;GPU 局部重建&lt;/Text&gt;&#10;            &lt;/Box&gt;&#10;            &lt;Text style={{ fontSize: 22, color: '#1A2230', lineHeight: 1.55, marginTop: 12 }}&gt;自写 BA 核函数（稠密 Schur 补），20 关键帧 / 1 万路标点下比现有优化器快约 5 倍。&lt;/Text&gt;&#10;            &lt;Text style={{ fontSize: 20, color: '#1E4FA8', fontWeight: 'bold', marginTop: 14 }}&gt;分块深度对齐，让高斯贴住真实表面&lt;/Text&gt;&#10;        &lt;/Box&gt;&#10;    &lt;/Box&gt;&#10;    &lt;Box style={{ padding: '20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3&lt;/Text&gt;&#10;                &lt;/Box&gt;&#10;                &lt;Text style={{ fontSize: 24, fontWeight: 'bold', color: '#1A2230' }}&gt;簇级回环闭合&lt;/Text&gt;&#10;            &lt;/Box&gt;&#10;            &lt;Text style={{ fontSize: 22, color: '#1A2230', lineHeight: 1.55, marginTop: 12 }}&gt;用协视图&quot;跳数距离&quot;判回环；焊接窗口 BA + Dijkstra 主干路径测地插值，把 Sim(3) 修正传到全图。&lt;/Text&gt;&#10;            &lt;Text style={{ fontSize: 20, color: '#D9534F', fontWeight: 'bold', marginTop: 14 }}&gt;关键：无需第二次全局优化&lt;/Text&gt;&#10;        &lt;/Box&gt;&#10;        &lt;Box style={{ flex: 1, backgroundColor: '#F0F5FC', border: '1px solid #3D7BD9', borderRadius: 6, padding: '18px 20px', flexDirection: 'column' }}&gt;&#10;            &lt;Box style={{ flexDirection: 'row', alignItems: 'center', gap: 10 }}&gt;&#10;                &lt;Box style={{ width: '34px', height: '34px', backgroundColor: '#0E3F8C', borderRadius: 4, alignItems: 'center', justifyContent: 'center' }}&gt;&#10;                    &lt;Text style={{ fontSize: 20, fontWeight: 'bold', color: '#FFFFFF' }}&gt;4&lt;/Text&gt;&#10;                &lt;/Box&gt;&#10;                &lt;Text style={{ fontSize: 24, fontWeight: 'bold', color: '#1A2230' }}&gt;渐进式高斯层级&lt;/Text&gt;&#10;            &lt;/Box&gt;&#10;            &lt;Text style={{ fontSize: 22, color: '#1A2230', lineHeight: 1.55, marginTop: 12 }}&gt;按屏幕尺寸合并 / 回取，叶节点卸载到 CPU；4050 帧大场景显存仍控制在 12.8 GB 内。&lt;/Text&gt;&#10;            &lt;Text style={{ fontSize: 20, color: '#1E4FA8', fontWeight: 'bold', marginTop: 14 }}&gt;峰值高斯 &amp;lt; 370 万，层级达 8 层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主要贡献点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38100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57150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7627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990600" y="12001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57150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视觉位置识别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XFeat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粗筛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LightGlue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精验，三级把匹配代价从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O(n²)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降到常数级。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57150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配加权协视图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高连通关键帧贪心选取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19125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638175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48652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00850" y="1200150"/>
            <a:ext cx="1485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38175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补），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万路标点下比现有优化器快约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38175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分块深度对齐，让高斯贴住真实表面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8100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57150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7627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90600" y="331470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7150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用协视图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跳数距离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判回环；焊接窗口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Dijkstra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主干路径测地插值，把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修正传到全图。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57150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关键：无需第二次全局优化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619125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638175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48652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00850" y="331470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38175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按屏幕尺寸合并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帧大场景显存仍控制在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38175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峰值高斯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&lt; 370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万，层级达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69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研究背景：两条路线，各自卡在一个前提上&lt;/Text&gt;&#10;        &lt;Text style={{ fontSize: 15, color: '#8B97A8' }}&gt;04 / 15&lt;/Text&gt;&#10;    &lt;/Box&gt;&#10;    &lt;Box style={{ padding: '16px 40px 0px 40px' }}&gt;&#10;        &lt;Text style={{ fontSize: 21, color: '#4A5568', lineHeight: 1.5 }}&gt;拿到&quot;一组照片 → 一个可漫游的 3D 场景&quot;，过去只有两条路可走。它们的分歧不在算法细节，而在&lt;b&gt;什么时候允许开始计算&lt;/b&gt;。&lt;/Text&gt;&#10;    &lt;/Box&gt;&#10;    &lt;Box style={{ padding: '16px 40px 0px 40px', flexDirection: 'row', gap: 24 }}&gt;&#10;        &lt;Box style={{ flex: 1, backgroundColor: '#F7F9FC', border: '1px solid #D6DCE5', borderRadius: 6, padding: '16px 20px', flexDirection: 'column' }}&gt;&#10;            &lt;Text style={{ fontSize: 26, fontWeight: 'bold', color: '#1A2230' }}&gt;路线一　离线 SfM + 3DGS&lt;/Text&gt;&#10;            &lt;Text style={{ fontSize: 19, color: '#4A5568', marginTop: 6 }}&gt;COLMAP / GLOMAP + 3DGS、H3DGS、Octree-GS&lt;/Text&gt;&#10;            &lt;Text style={{ fontSize: 21, color: '#1A2230', lineHeight: 1.55, marginTop: 12 }}&gt;先把所有照片两两匹配、三角化、全局 BA 解出位姿，再训练高斯。质量最高、全局一致，但&lt;b&gt;必须等图全部到齐&lt;/b&gt;，耗时从分钟到小时。&lt;/Text&gt;&#10;            &lt;Text style={{ fontSize: 21, color: '#1E4FA8', fontWeight: 'bold', marginTop: 12 }}&gt;前提：先有完整的照片集合&lt;/Text&gt;&#10;            &lt;Text style={{ fontSize: 21, color: '#D9534F', fontWeight: 'bold', marginTop: 4 }}&gt;代价：现场给不出任何反馈&lt;/Text&gt;&#10;        &lt;/Box&gt;&#10;        &lt;Box style={{ flex: 1, backgroundColor: '#F0F5FC', border: '1px solid #3D7BD9', borderRadius: 6, padding: '16px 20px', flexDirection: 'column' }}&gt;&#10;            &lt;Text style={{ fontSize: 26, fontWeight: 'bold', color: '#1A2230' }}&gt;路线二　增量 / 类 SLAM&lt;/Text&gt;&#10;            &lt;Text style={{ fontSize: 19, color: '#4A5568', marginTop: 6 }}&gt;Photo-SLAM、MonoGS、DROID-Splat、LongSplat&lt;/Text&gt;&#10;            &lt;Text style={{ fontSize: 21, color: '#1A2230', lineHeight: 1.55, marginTop: 12 }}&gt;边收边建、可交互。但新帧只与&lt;b&gt;时间上相邻&lt;/b&gt;的少数帧匹配（通常 5 帧窗口），一旦转身回访、或把两段序列拼起来，匹配就断了。&lt;/Text&gt;&#10;            &lt;Text style={{ fontSize: 21, color: '#1E4FA8', fontWeight: 'bold', marginTop: 12 }}&gt;前提：输入必须是连续视频&lt;/Text&gt;&#10;            &lt;Text style={{ fontSize: 21, color: '#D9534F', fontWeight: 'bold', marginTop: 4 }}&gt;代价：离开时间邻域就失效&lt;/Text&gt;&#10;        &lt;/Box&gt;&#10;    &lt;/Box&gt;&#10;    &lt;Box style={{ margin: '20px 40px 0px 40px', backgroundColor: '#1E4FA8', borderRadius: 6, padding: '16px 24px' }}&gt;&#10;        &lt;Text style={{ fontSize: 24, fontWeight: 'bold', color: '#FFFFFF', lineHeight: 1.5 }}&gt;两条路的前提是同一个东西：&lt;b&gt;帧序&lt;/b&gt;。一条等它全部确定，一条假设它天然有序——而真实拍摄两样都不满足。&lt;/Text&gt;&#10;    &lt;/Box&gt;&#10;    &lt;Box style={{ padding: '12px 40px 0px 40px' }}&gt;&#10;        &lt;Text style={{ fontSize: 17, color: '#8B97A8' }}&gt;真实采集几乎总是无序的：绕行、转身、回头补拍角落，覆盖更好，但让匹配与全局优化的代价陡增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61531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研究背景：两条路线，各自卡在一个前提上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拿到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一组照片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场景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，过去只有两条路可走。它们的分歧不在算法细节，而在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3810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715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5715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COLMAP / GLOMAP + 3DGS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5715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，耗时从分钟到小时。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715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210300" y="1419225"/>
            <a:ext cx="5600700" cy="2771775"/>
          </a:xfrm>
          <a:prstGeom prst="roundRect">
            <a:avLst>
              <a:gd name="adj" fmla="val 206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400800" y="15716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400800" y="19335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400800" y="2266950"/>
            <a:ext cx="521970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边收边建、可交互。但新帧只与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帧窗口），一旦转身回访、或把两段序列拼起来，匹配就断了。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400800" y="350520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400800" y="3790950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381000" y="4381500"/>
            <a:ext cx="11430000" cy="1133475"/>
          </a:xfrm>
          <a:prstGeom prst="roundRect">
            <a:avLst>
              <a:gd name="adj" fmla="val 50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9600" y="4533900"/>
            <a:ext cx="10972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。一条等它全部确定，一条假设它天然有序——而真实拍摄两样都不满足。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381000" y="56292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真实采集几乎总是无序的：绕行、转身、回头补拍角落，覆盖更好，但让匹配与全局优化的代价陡增。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90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过去遇到的问题：等、乱、漂、爆&lt;/Text&gt;&#10;        &lt;Text style={{ fontSize: 15, color: '#8B97A8' }}&gt;05 / 15&lt;/Text&gt;&#10;    &lt;/Box&gt;&#10;    &lt;Box style={{ padding: '16px 40px 0px 40px' }}&gt;&#10;        &lt;Text style={{ fontSize: 21, color: '#4A5568', lineHeight: 1.5 }}&gt;如果拿手机去拍一个房间，这四件事几乎一定会遇到——它们不是算法&quot;不够准&quot;，而是&lt;b&gt;流程本身没有为现场反馈设计&lt;/b&gt;。&lt;/Text&gt;&#10;    &lt;/Box&gt;&#10;    &lt;Box style={{ padding: '16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1&lt;/Text&gt;&#10;                &lt;/Box&gt;&#10;                &lt;Text style={{ fontSize: 24, fontWeight: 'bold', color: '#1A2230' }}&gt;等：必须等图到齐&lt;/Text&gt;&#10;            &lt;/Box&gt;&#10;            &lt;Text style={{ fontSize: 20, color: '#1A2230', lineHeight: 1.5, marginTop: 10 }}&gt;离线流程要求全部图像就位才能开算。现场拍完不知道行不行，回家发现漏拍，只能整组重拍。&lt;/Text&gt;&#10;            &lt;Text style={{ fontSize: 19, color: '#D9534F', fontWeight: 'bold', marginTop: 10 }}&gt;返工成本最高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2&lt;/Text&gt;&#10;                &lt;/Box&gt;&#10;                &lt;Text style={{ fontSize: 24, fontWeight: 'bold', color: '#1A2230' }}&gt;乱：顺序不能用了&lt;/Text&gt;&#10;            &lt;/Box&gt;&#10;            &lt;Text style={{ fontSize: 20, color: '#1A2230', lineHeight: 1.5, marginTop: 10 }}&gt;随手拍的顺序与空间邻接无关，没法只比相邻帧，只能两两匹配：1000 张约 50 万对，耗时陡增。&lt;/Text&gt;&#10;            &lt;Text style={{ fontSize: 19, color: '#D9534F', fontWeight: 'bold', marginTop: 10 }}&gt;SfM 从分钟变小时&lt;/Text&gt;&#10;        &lt;/Box&gt;&#10;    &lt;/Box&gt;&#10;    &lt;Box style={{ padding: '14px 40px 0px 40px', flexDirection: 'row', gap: 20 }}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3&lt;/Text&gt;&#10;                &lt;/Box&gt;&#10;                &lt;Text style={{ fontSize: 24, fontWeight: 'bold', color: '#1A2230' }}&gt;漂：回访时接不上&lt;/Text&gt;&#10;            &lt;/Box&gt;&#10;            &lt;Text style={{ fontSize: 20, color: '#1A2230', lineHeight: 1.5, marginTop: 10 }}&gt;边走边建误差累积，绕一圈回来发现首尾差半米。传统做法重跑一次全局 BA，几分钟起步。&lt;/Text&gt;&#10;            &lt;Text style={{ fontSize: 19, color: '#D9534F', fontWeight: 'bold', marginTop: 10 }}&gt;实时性当场归零&lt;/Text&gt;&#10;        &lt;/Box&gt;&#10;        &lt;Box style={{ flex: 1, backgroundColor: '#F7F9FC', border: '1px solid #D6DCE5', borderRadius: 6, padding: '14px 18px', flexDirection: 'column' }}&gt;&#10;            &lt;Box style={{ flexDirection: 'row', alignItems: 'center', gap: 10 }}&gt;&#10;                &lt;Box style={{ width: '32px', height: '32px', backgroundColor: '#1E4FA8', borderRadius: 4, alignItems: 'center', justifyContent: 'center' }}&gt;&#10;                    &lt;Text style={{ fontSize: 19, fontWeight: 'bold', color: '#FFFFFF' }}&gt;4&lt;/Text&gt;&#10;                &lt;/Box&gt;&#10;                &lt;Text style={{ fontSize: 24, fontWeight: 'bold', color: '#1A2230' }}&gt;爆：大场景显存&lt;/Text&gt;&#10;            &lt;/Box&gt;&#10;            &lt;Text style={{ fontSize: 20, color: '#1A2230', lineHeight: 1.5, marginTop: 10 }}&gt;高斯数随场景线性增长。论文实测：不开层级结构，CityWalk 到第 &lt;b&gt;795 / 4050&lt;/b&gt; 帧就 OOM。&lt;/Text&gt;&#10;            &lt;Text style={{ fontSize: 19, color: '#D9534F', fontWeight: 'bold', marginTop: 10 }}&gt;规模一上来就跑不完&lt;/Text&gt;&#10;        &lt;/Box&gt;&#10;    &lt;/Box&gt;&#10;    &lt;Box style={{ margin: '18px 40px 0px 40px', backgroundColor: '#1E4FA8', borderRadius: 6, padding: '14px 22px' }}&gt;&#10;        &lt;Text style={{ fontSize: 22, fontWeight: 'bold', color: '#FFFFFF', lineHeight: 1.5 }}&gt;四个现象收敛成三条必须同时成立的约束：即时（每帧数百毫秒）· 无序（不依赖帧序）· 全局一致（回环能修）。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过去遇到的问题：等、乱、漂、爆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如果拿手机去拍一个房间，这四件事几乎一定会遇到——它们不是算法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不够准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，而是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流程本身没有为现场反馈设计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38100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55245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4770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5250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等：必须等图到齐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5245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离线流程要求全部图像就位才能开算。现场拍完不知道行不行，回家发现漏拍，只能整组重拍。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5245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6191250" y="1419225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3" name=""/>
          <p:cNvSpPr/>
          <p:nvPr/>
        </p:nvSpPr>
        <p:spPr>
          <a:xfrm rot="0" flipH="0" flipV="0">
            <a:off x="6362700" y="1552575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457950" y="1600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762750" y="1571625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乱：顺序不能用了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362700" y="1952625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随手拍的顺序与空间邻接无关，没法只比相邻帧，只能两两匹配：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万对，耗时陡增。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362700" y="2733675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8100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55245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4770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952500" y="33718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漂：回访时接不上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5245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边走边建误差累积，绕一圈回来发现首尾差半米。传统做法重跑一次全局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，几分钟起步。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55245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6191250" y="3219450"/>
            <a:ext cx="5619750" cy="1666875"/>
          </a:xfrm>
          <a:prstGeom prst="roundRect">
            <a:avLst>
              <a:gd name="adj" fmla="val 342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6362700" y="3352800"/>
            <a:ext cx="304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457950" y="340042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762750" y="337185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爆：大场景显存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362700" y="3752850"/>
            <a:ext cx="52768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高斯数随场景线性增长。论文实测：不开层级结构，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795 / 4050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362700" y="4533900"/>
            <a:ext cx="527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381000" y="5057775"/>
            <a:ext cx="11430000" cy="1028700"/>
          </a:xfrm>
          <a:prstGeom prst="roundRect">
            <a:avLst>
              <a:gd name="adj" fmla="val 555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590550" y="5191125"/>
            <a:ext cx="110109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四个现象收敛成三条必须同时成立的约束：即时（每帧数百毫秒）·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全局一致（回环能修）。过去的方法最多同时满足两条。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22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方法总览：每来一个关键帧做六件事&lt;/Text&gt;&#10;        &lt;Text style={{ fontSize: 15, color: '#8B97A8' }}&gt;06 / 15&lt;/Text&gt;&#10;    &lt;/Box&gt;&#10;    &lt;Box style={{ padding: '14px 40px 0px 40px' }}&gt;&#10;        &lt;Text style={{ fontSize: 22, color: '#4A5568', lineHeight: 1.5 }}&gt;设计哲学一句话：&lt;b&gt;每帧做小事，偶尔做一次大事&lt;/b&gt;。前者保证实时，后者保证不漂。每一步都对应上一页四个问题中的一个。&lt;/Text&gt;&#10;    &lt;/Box&gt;&#10;    &lt;Box style={{ padding: '18px 40px 0px 40px', flexDirection: 'row', gap: 14 }}&gt;&#10;        &lt;Box style={{ flex: 1, minHeight: '158px', backgroundColor: '#F0F5FC', borderRadius: 6, padding: '16px 14px', flexDirection: 'column' }}&gt;&#10;            &lt;Text style={{ fontSize: 18, fontWeight: 'bold', color: '#1E4FA8' }}&gt;STEP 1&lt;/Text&gt;&#10;            &lt;Text style={{ fontSize: 23, fontWeight: 'bold', color: '#1A2230', marginTop: 7 }}&gt;两级匹配&lt;/Text&gt;&#10;            &lt;Text style={{ fontSize: 19, color: '#1A2230', lineHeight: 1.5, marginTop: 7 }}&gt;检索候选 → 局部特征 → 精验，得到可信帧对&lt;/Text&gt;&#10;            &lt;Text style={{ fontSize: 18, color: '#1D5FC0', fontWeight: 'bold', marginTop: 'auto' }}&gt;治&quot;乱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2&lt;/Text&gt;&#10;            &lt;Text style={{ fontSize: 23, fontWeight: 'bold', color: '#1A2230', marginTop: 7 }}&gt;更新协视图&lt;/Text&gt;&#10;            &lt;Text style={{ fontSize: 19, color: '#1A2230', lineHeight: 1.5, marginTop: 7 }}&gt;边权 = 内点数倒数，越可靠越&quot;近&quot;&lt;/Text&gt;&#10;            &lt;Text style={{ fontSize: 18, color: '#1D5FC0', fontWeight: 'bold', marginTop: 'auto' }}&gt;为后续提供&quot;距离&quot;&lt;/Text&gt;&#10;        &lt;/Box&gt;&#10;        &lt;Box style={{ flex: 1, minHeight: '158px', backgroundColor: '#F0F5FC', borderRadius: 6, padding: '16px 14px', flexDirection: 'column' }}&gt;&#10;            &lt;Text style={{ fontSize: 18, fontWeight: 'bold', color: '#1E4FA8' }}&gt;STEP 3&lt;/Text&gt;&#10;            &lt;Text style={{ fontSize: 23, fontWeight: 'bold', color: '#1A2230', marginTop: 7 }}&gt;回环检测&lt;/Text&gt;&#10;            &lt;Text style={{ fontSize: 19, color: '#1A2230', lineHeight: 1.5, marginTop: 7 }}&gt;簇间跳数 &amp;gt; 5 且有效对 &amp;gt; 2 才触发&lt;/Text&gt;&#10;            &lt;Text style={{ fontSize: 18, color: '#1D5FC0', fontWeight: 'bold', marginTop: 'auto' }}&gt;治&quot;漂&quot;·发现&lt;/Text&gt;&#10;        &lt;/Box&gt;&#10;    &lt;/Box&gt;&#10;    &lt;Box style={{ padding: '16px 40px 0px 40px', flexDirection: 'row', gap: 14 }}&gt;&#10;        &lt;Box style={{ flex: 1, minHeight: '158px', backgroundColor: '#F7F9FC', borderRadius: 6, padding: '16px 14px', flexDirection: 'column' }}&gt;&#10;            &lt;Text style={{ fontSize: 18, fontWeight: 'bold', color: '#1E4FA8' }}&gt;STEP 4&lt;/Text&gt;&#10;            &lt;Text style={{ fontSize: 23, fontWeight: 'bold', color: '#1A2230', marginTop: 7 }}&gt;局部 BA&lt;/Text&gt;&#10;            &lt;Text style={{ fontSize: 19, color: '#1A2230', lineHeight: 1.5, marginTop: 7 }}&gt;选 20 个高连通帧，GPU 上优化位姿&lt;/Text&gt;&#10;            &lt;Text style={{ fontSize: 18, color: '#1D5FC0', fontWeight: 'bold', marginTop: 'auto' }}&gt;治&quot;慢&quot;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5&lt;/Text&gt;&#10;            &lt;Text style={{ fontSize: 23, fontWeight: 'bold', color: '#1A2230', marginTop: 7 }}&gt;回环修正&lt;/Text&gt;&#10;            &lt;Text style={{ fontSize: 19, color: '#1A2230', lineHeight: 1.5, marginTop: 7 }}&gt;焊接 BA + 主干传播，位姿与高斯一起动&lt;/Text&gt;&#10;            &lt;Text style={{ fontSize: 18, color: '#1D5FC0', fontWeight: 'bold', marginTop: 'auto' }}&gt;治&quot;漂&quot;·修正&lt;/Text&gt;&#10;        &lt;/Box&gt;&#10;        &lt;Box style={{ flex: 1, minHeight: '158px', backgroundColor: '#F7F9FC', borderRadius: 6, padding: '16px 14px', flexDirection: 'column' }}&gt;&#10;            &lt;Text style={{ fontSize: 18, fontWeight: 'bold', color: '#1E4FA8' }}&gt;STEP 6&lt;/Text&gt;&#10;            &lt;Text style={{ fontSize: 23, fontWeight: 'bold', color: '#1A2230', marginTop: 7 }}&gt;投放与优化&lt;/Text&gt;&#10;            &lt;Text style={{ fontSize: 19, color: '#1A2230', lineHeight: 1.5, marginTop: 7 }}&gt;分块深度对齐投放，每帧固定 30 次迭代&lt;/Text&gt;&#10;            &lt;Text style={{ fontSize: 18, color: '#1D5FC0', fontWeight: 'bold', marginTop: 'auto' }}&gt;治&quot;爆&quot;（配层级）&lt;/Text&gt;&#10;        &lt;/Box&gt;&#10;    &lt;/Box&gt;&#10;    &lt;Box style={{ margin: '18px 40px 0px 40px', backgroundColor: '#F0F5FC', borderLeft: '5px solid #1E4FA8', padding: '15px 20px' }}&gt;&#10;        &lt;Text style={{ fontSize: 21, color: '#1A2230', lineHeight: 1.5 }}&gt;另有一处容错：匹配失败的帧先&quot;搁置&quot;，后续出现相似帧时再取出重试——乱序输入因此不必强求一次匹配成功。&lt;/Text&gt;&#10;    &lt;/Box&gt;&#10;    &lt;Box style={{ padding: '14px 40px 0px 40px' }}&gt;&#10;        &lt;Text style={{ fontSize: 17, color: '#8B97A8' }}&gt;六步中只有 STEP 3 与 STEP 5 是&quot;偶尔做一次的大事&quot;，其余每帧都跑；这也是实时性的来源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方法总览：每来一个关键帧做六件事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1000" y="885825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。前者保证实时，后者保证不漂。每一步都对应上一页四个问题中的一个。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81000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14350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1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514350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两级匹配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14350" y="2200275"/>
            <a:ext cx="34575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检索候选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局部特征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精验，得到可信帧对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14350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乱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4238625" y="143827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371975" y="15906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2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371975" y="186690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更新协视图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371975" y="220027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边权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内点数倒数，越可靠越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近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371975" y="258127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为后续提供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距离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8086725" y="143827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220075" y="15906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3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220075" y="186690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回环检测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220075" y="220027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簇间跳数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且有效对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才触发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220075" y="258127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发现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381000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514350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4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514350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514350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个高连通帧，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上优化位姿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514350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慢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4238625" y="3095625"/>
            <a:ext cx="3714750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371975" y="32480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5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371975" y="3524250"/>
            <a:ext cx="34480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371975" y="3857625"/>
            <a:ext cx="34480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焊接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主干传播，位姿与高斯一起动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371975" y="4238625"/>
            <a:ext cx="3448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漂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"·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修正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8086725" y="3095625"/>
            <a:ext cx="3724275" cy="1504950"/>
          </a:xfrm>
          <a:prstGeom prst="roundRect">
            <a:avLst>
              <a:gd name="adj" fmla="val 379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20075" y="32480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6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220075" y="3524250"/>
            <a:ext cx="3457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投放与优化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220075" y="3857625"/>
            <a:ext cx="3457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分块深度对齐投放，每帧固定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次迭代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220075" y="4238625"/>
            <a:ext cx="3457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治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爆</a:t>
            </a:r>
            <a:r>
              <a:rPr lang="en-US" sz="1350" b="1">
                <a:solidFill>
                  <a:srgbClr val="1D5FC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D5FC0"/>
                </a:solidFill>
                <a:latin typeface="Microsoft YaHei"/>
                <a:ea typeface="Microsoft YaHei"/>
              </a:rPr>
              <a:t>（配层级）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428625" y="4772025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381000" y="4772025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19125" y="4914900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另有一处容错：匹配失败的帧先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搁置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，后续出现相似帧时再取出重试——乱序输入因此不必强求一次匹配成功。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55530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六步中只有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3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STEP 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偶尔做一次的大事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，其余每帧都跑；这也是实时性的来源。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62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4, fontWeight: 'bold', color: '#1E4FA8' }}&gt;算法地图：七步重建链，用在哪、算什么、管什么&lt;/Text&gt;&#10;        &lt;Text style={{ fontSize: 15, color: '#8B97A8' }}&gt;07 / 15&lt;/Text&gt;&#10;    &lt;/Box&gt;&#10;    &lt;Box style={{ padding: '10px 40px 0px 40px' }}&gt;&#10;        &lt;Text style={{ fontSize: 20, color: '#4A5568', lineHeight: 1.4 }}&gt;位姿重建真正发生在 &lt;b&gt;第 5 步&lt;/b&gt;：前三步只为它准备可信观测，第 4 步划定它的变量范围，第 6 步修它累积的漂移，第 7 步才轮到高斯。&lt;/Text&gt;&#10;    &lt;/Box&gt;&#10;&#10;    &lt;Box style={{ padding: '12px 40px 0px 40px', flexDirection: 'row', gap: 10 }}&gt;&#10;        &lt;Box style={{ flex: 1, height: 46, backgroundColor: '#F0F5FC', borderRadius: 4, alignItems: 'center', justifyContent: 'center' }}&gt;&#10;            &lt;Text style={{ fontSize: 19, fontWeight: 'bold', color: '#1E4FA8' }}&gt;① 检索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② 粗筛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③ 建边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④ 选窗&lt;/Text&gt;&#10;        &lt;/Box&gt;&#10;        &lt;Box style={{ flex: 1, height: 46, backgroundColor: '#1E4FA8', borderRadius: 4, alignItems: 'center', justifyContent: 'center' }}&gt;&#10;            &lt;Text style={{ fontSize: 19, fontWeight: 'bold', color: '#FFFFFF' }}&gt;⑤ 局部 BA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⑥ 纠偏&lt;/Text&gt;&#10;        &lt;/Box&gt;&#10;        &lt;Box style={{ flex: 1, height: 46, backgroundColor: '#F0F5FC', borderRadius: 4, alignItems: 'center', justifyContent: 'center' }}&gt;&#10;            &lt;Text style={{ fontSize: 19, fontWeight: 'bold', color: '#1E4FA8' }}&gt;⑦ 落位&lt;/Text&gt;&#10;        &lt;/Box&gt;&#10;    &lt;/Box&gt;&#10;&#10;    &lt;Box style={{ padding: '12px 40px 0px 40px', flexDirection: 'column' }}&gt;&#10;        &lt;Box style={{ flexDirection: 'row', backgroundColor: '#1E4FA8', padding: '10px 14px' }}&gt;&#10;            &lt;Text style={{ width: '44px', fontSize: 18, fontWeight: 'bold', color: '#FFFFFF' }}&gt;步&lt;/Text&gt;&#10;            &lt;Text style={{ width: '258px', fontSize: 18, fontWeight: 'bold', color: '#FFFFFF' }}&gt;算法&lt;/Text&gt;&#10;            &lt;Text style={{ flex: 2.2, fontSize: 18, fontWeight: 'bold', color: '#FFFFFF' }}&gt;核心公式 / 判据&lt;/Text&gt;&#10;            &lt;Text style={{ flex: 2.4, fontSize: 18, fontWeight: 'bold', color: '#FFFFFF' }}&gt;在重建中的作用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①&lt;/Text&gt;&#10;            &lt;Text style={{ width: '258px', fontSize: 18, color: '#1A2230' }}&gt;MegaLoc 全局描述子&lt;/Text&gt;&#10;            &lt;Text style={{ flex: 2.2, fontSize: 18, color: '#1A2230' }}&gt;s = d_i · d_j，取 top-K = 20&lt;/Text&gt;&#10;            &lt;Text style={{ flex: 2.4, fontSize: 18, color: '#1A2230' }}&gt;从全部历史帧里找&quot;可能同处&quot;的候选，与帧序无关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②&lt;/Text&gt;&#10;            &lt;Text style={{ width: '258px', fontSize: 18, color: '#1A2230' }}&gt;XFeat 局部特征穷举&lt;/Text&gt;&#10;            &lt;Text style={{ flex: 2.2, fontSize: 18, color: '#1A2230' }}&gt;K' = top-5 |M_ij|（按内点数）&lt;/Text&gt;&#10;            &lt;Text style={{ flex: 2.4, fontSize: 18, color: '#1A2230' }}&gt;淘汰&quot;外观像、但没对上点&quot;的候选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③&lt;/Text&gt;&#10;            &lt;Text style={{ width: '258px', fontSize: 18, color: '#1A2230' }}&gt;LightGlue + RANSAC&lt;/Text&gt;&#10;            &lt;Text style={{ flex: 2.2, fontSize: 18, color: '#1A2230' }}&gt;|M_ij| &amp;gt; τ_m = 500 才建边；w_ij = 1/|M_ij|&lt;/Text&gt;&#10;            &lt;Text style={{ flex: 2.4, fontSize: 18, color: '#1A2230' }}&gt;唯一产生共视约束的一步，结果写入协视图&lt;/Text&gt;&#10;        &lt;/Box&gt;&#10;        &lt;Box style={{ flexDirection: 'row', alignItems: 'center', minHeight: 58, padding: '10px 14px', backgroundColor: '#F7F9FC', borderBottom: '1px solid #D6DCE5' }}&gt;&#10;            &lt;Text style={{ width: '44px', fontSize: 18, fontWeight: 'bold', color: '#1E4FA8' }}&gt;④&lt;/Text&gt;&#10;            &lt;Text style={{ width: '258px', fontSize: 18, color: '#1A2230' }}&gt;协视图贪心扩张（式 1）&lt;/Text&gt;&#10;            &lt;Text style={{ flex: 2.2, fontSize: 18, color: '#1A2230' }}&gt;S ← S ∪ argmax Σ_j |M_ij|，至 20 帧&lt;/Text&gt;&#10;            &lt;Text style={{ flex: 2.4, fontSize: 18, color: '#1A2230' }}&gt;划定 BA 的变量范围：最该一起优化的 20 帧&lt;/Text&gt;&#10;        &lt;/Box&gt;&#10;        &lt;Box style={{ flexDirection: 'row', alignItems: 'center', minHeight: 58, padding: '10px 14px', backgroundColor: '#E8F0FB', borderTop: '1px solid #3D7BD9', borderBottom: '1px solid #3D7BD9' }}&gt;&#10;            &lt;Text style={{ width: '44px', fontSize: 18, fontWeight: 'bold', color: '#1E4FA8' }}&gt;⑤&lt;/Text&gt;&#10;            &lt;Text style={{ width: '258px', fontSize: 18, fontWeight: 'bold', color: '#1A2230' }}&gt;GPU 局部 BA（LM + Schur）&lt;/Text&gt;&#10;            &lt;Text style={{ flex: 2.2, fontSize: 18, fontWeight: 'bold', color: '#1A2230' }}&gt;min Σ ρ( ||u_ij − π(T_i, X_j)||² )&lt;/Text&gt;&#10;            &lt;Text style={{ flex: 2.4, fontSize: 18, fontWeight: 'bold', color: '#1A2230' }}&gt;真正解出位姿 T_i 与三维点 X_j——重建本体&lt;/Text&gt;&#10;        &lt;/Box&gt;&#10;        &lt;Box style={{ flexDirection: 'row', alignItems: 'center', minHeight: 58, padding: '10px 14px', borderBottom: '1px solid #D6DCE5' }}&gt;&#10;            &lt;Text style={{ width: '44px', fontSize: 18, fontWeight: 'bold', color: '#1E4FA8' }}&gt;⑥&lt;/Text&gt;&#10;            &lt;Text style={{ width: '258px', fontSize: 18, color: '#1A2230' }}&gt;簇级回环 + 图传播&lt;/Text&gt;&#10;            &lt;Text style={{ flex: 2.2, fontSize: 18, color: '#1A2230' }}&gt;跳数 = 加权图距 &amp;gt; 10 触发；T_Δ = T_a^opt(T_a^init)^-1&lt;/Text&gt;&#10;            &lt;Text style={{ flex: 2.4, fontSize: 18, color: '#1A2230' }}&gt;两簇各扩 N/2 帧焊接，得 Sim(3) 后沿主干摊回&lt;/Text&gt;&#10;        &lt;/Box&gt;&#10;        &lt;Box style={{ flexDirection: 'row', alignItems: 'center', minHeight: 58, padding: '10px 14px', backgroundColor: '#F7F9FC' }}&gt;&#10;            &lt;Text style={{ width: '44px', fontSize: 18, fontWeight: 'bold', color: '#1E4FA8' }}&gt;⑦&lt;/Text&gt;&#10;            &lt;Text style={{ width: '258px', fontSize: 18, color: '#1A2230' }}&gt;分块深度对齐 + 渐进层级&lt;/Text&gt;&#10;            &lt;Text style={{ flex: 2.2, fontSize: 18, color: '#1A2230' }}&gt;size &amp;lt; τ_l 且可并数 &amp;gt; max(10%, 20 万) → kNN 加权合并&lt;/Text&gt;&#10;            &lt;Text style={{ flex: 2.4, fontSize: 18, color: '#1A2230' }}&gt;位姿定后才投放高斯；层级只压显存，不改位姿&lt;/Text&gt;&#10;        &lt;/Box&gt;&#10;    &lt;/Box&gt;&#10;&#10;    &lt;Box style={{ padding: '12px 40px 0px 40px' }}&gt;&#10;        &lt;Text style={{ fontSize: 16, color: '#8B97A8', lineHeight: 1.45 }}&gt;加粗行是位姿求解本身，第 ⑥ 步会对已求出的位姿再整体修正一次。符号：u 像素观测、π 投影、ρ 鲁棒核、T 相机位姿、X 路标点。&lt;/Text&gt;&#10;        &lt;Text style={{ fontSize: 16, color: '#8B97A8', lineHeight: 1.45, marginTop: 3 }}&gt;① 的 VPR 论文写 MixVPR，开源代码因许可原因换为 MegaLoc；τ_m = 500，τ_l = 0.5 px，N = 20，K = 20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124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算法地图：七步重建链，用在哪、算什么、管什么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325225" y="5429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809625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位姿重建真正发生在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：前三步只为它准备可信观测，第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步划定它的变量范围，第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步修它累积的漂移，第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步才轮到高斯。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3810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8572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20288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25050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粗筛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367665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15290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5324475" y="1247775"/>
            <a:ext cx="1543050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80072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选窗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96277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286625" y="1362075"/>
            <a:ext cx="91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8610600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9086850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纠偏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10258425" y="1247775"/>
            <a:ext cx="1552575" cy="438150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10734675" y="136207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⑦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落位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1800225"/>
            <a:ext cx="11430000" cy="400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步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18954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算法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3390900" y="18954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核心公式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判据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7353300" y="18954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在重建中的作用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381000" y="22002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514350" y="23717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933450" y="23717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全局描述子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390900" y="23717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= d_i · d_j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，取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top-K = 20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7353300" y="23717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从全部历史帧里找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可能同处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的候选，与帧序无关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381000" y="27527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3" name=""/>
          <p:cNvSpPr/>
          <p:nvPr/>
        </p:nvSpPr>
        <p:spPr>
          <a:xfrm rot="0" flipH="0" flipV="0">
            <a:off x="381000" y="27527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514350" y="29241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933450" y="29241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局部特征穷举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390900" y="29241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K' = top-5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（按内点数）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7353300" y="29241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淘汰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外观像、但没对上点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的候选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381000" y="330517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514350" y="34766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933450" y="34766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390900" y="34766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|M_ij| &gt; τ_m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才建边；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w_ij = 1/|M_ij|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7353300" y="34766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唯一产生共视约束的一步，结果写入协视图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381000" y="3857625"/>
            <a:ext cx="11430000" cy="5524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381000" y="3857625"/>
            <a:ext cx="11430000" cy="561975"/>
          </a:xfrm>
          <a:custGeom>
            <a:pathLst>
              <a:path w="1200" h="59">
                <a:moveTo>
                  <a:pt x="0" y="58"/>
                </a:moveTo>
                <a:lnTo>
                  <a:pt x="1200" y="58"/>
                </a:lnTo>
                <a:lnTo>
                  <a:pt x="1200" y="59"/>
                </a:lnTo>
                <a:lnTo>
                  <a:pt x="0" y="59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933450" y="40290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390900" y="402907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S ← S ∪ argmax Σ_j |M_ij|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，至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7353300" y="40290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划定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的变量范围：最该一起优化的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381000" y="4419600"/>
            <a:ext cx="11430000" cy="552450"/>
          </a:xfrm>
          <a:prstGeom prst="rect">
            <a:avLst/>
          </a:prstGeom>
          <a:solidFill>
            <a:srgbClr val="E8F0FB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1" name=""/>
          <p:cNvSpPr/>
          <p:nvPr/>
        </p:nvSpPr>
        <p:spPr>
          <a:xfrm rot="0" flipH="0" flipV="0">
            <a:off x="381000" y="4410075"/>
            <a:ext cx="11430000" cy="571500"/>
          </a:xfrm>
          <a:custGeom>
            <a:pathLst>
              <a:path w="1200" h="60">
                <a:moveTo>
                  <a:pt x="0" y="59"/>
                </a:moveTo>
                <a:lnTo>
                  <a:pt x="1200" y="59"/>
                </a:lnTo>
                <a:lnTo>
                  <a:pt x="1200" y="60"/>
                </a:lnTo>
                <a:lnTo>
                  <a:pt x="0" y="6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514350" y="458152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933450" y="458152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LM + Schur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390900" y="4581525"/>
            <a:ext cx="3962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min Σ ρ( ||u_ij − π(T_i, X_j)||² )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353300" y="458152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真正解出位姿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与三维点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X_j——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81000" y="4962525"/>
            <a:ext cx="11430000" cy="628650"/>
          </a:xfrm>
          <a:custGeom>
            <a:pathLst>
              <a:path w="1200" h="66">
                <a:moveTo>
                  <a:pt x="0" y="65"/>
                </a:moveTo>
                <a:lnTo>
                  <a:pt x="1200" y="65"/>
                </a:lnTo>
                <a:lnTo>
                  <a:pt x="120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14350" y="5162550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933450" y="5162550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390900" y="5057775"/>
            <a:ext cx="39624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跳数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触发；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T_Δ = T_a^opt(T_a^init)^-1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7353300" y="5162550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帧焊接，得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后沿主干摊回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5581650"/>
            <a:ext cx="11430000" cy="6096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14350" y="5781675"/>
            <a:ext cx="41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933450" y="5781675"/>
            <a:ext cx="2457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390900" y="5676900"/>
            <a:ext cx="39624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size &lt; τ_l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且可并数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) → kNN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加权合并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7353300" y="5781675"/>
            <a:ext cx="432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位姿定后才投放高斯；层级只压显存，不改位姿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加粗行是位姿求解本身，第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⑥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步会对已求出的位姿再整体修正一次。符号：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u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像素观测、π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投影、ρ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鲁棒核、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T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相机位姿、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X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路标点。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VPR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，开源代码因许可原因换为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；τ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_m = 500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，τ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_l = 0.5 px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N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K = 20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42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①：两级匹配 + 加权协视图&lt;/Text&gt;&#10;        &lt;Text style={{ fontSize: 15, color: '#8B97A8' }}&gt;08 / 15&lt;/Text&gt;&#10;    &lt;/Box&gt;&#10;    &lt;Box style={{ padding: '18px 40px 0px 40px', flexDirection: 'column', gap: 0 }}&gt;&#10;        &lt;Box style={{ flexDirection: 'row', backgroundColor: '#1E4FA8', padding: '12px 16px' }}&gt;&#10;            &lt;Text style={{ width: '90px', fontSize: 20, fontWeight: 'bold', color: '#FFFFFF' }}&gt;层级&lt;/Text&gt;&#10;            &lt;Text style={{ flex: 2, fontSize: 20, fontWeight: 'bold', color: '#FFFFFF' }}&gt;方法&lt;/Text&gt;&#10;            &lt;Text style={{ flex: 3, fontSize: 20, fontWeight: 'bold', color: '#FFFFFF' }}&gt;作用&lt;/Text&gt;&#10;            &lt;Text style={{ flex: 1.6, fontSize: 20, fontWeight: 'bold', color: '#FFFFFF' }}&gt;代价&lt;/Text&gt;&#10;        &lt;/Box&gt;&#10;        &lt;Box style={{ flexDirection: 'row', padding: '13px 16px', borderBottom: '1px solid #D6DCE5' }}&gt;&#10;            &lt;Text style={{ width: '90px', fontSize: 20, fontWeight: 'bold', color: '#1E4FA8' }}&gt;1&lt;/Text&gt;&#10;            &lt;Text style={{ flex: 2, fontSize: 20, color: '#1A2230' }}&gt;视觉位置识别（全局描述子）&lt;/Text&gt;&#10;            &lt;Text style={{ flex: 3, fontSize: 20, color: '#1A2230' }}&gt;余弦相似度排序，取 top-20 候选&lt;/Text&gt;&#10;            &lt;Text style={{ flex: 1.6, fontSize: 20, color: '#1A2230' }}&gt;≈1 ms / 1000 对&lt;/Text&gt;&#10;        &lt;/Box&gt;&#10;        &lt;Box style={{ flexDirection: 'row', padding: '13px 16px', backgroundColor: '#F7F9FC', borderBottom: '1px solid #D6DCE5' }}&gt;&#10;            &lt;Text style={{ width: '90px', fontSize: 20, fontWeight: 'bold', color: '#1E4FA8' }}&gt;2&lt;/Text&gt;&#10;            &lt;Text style={{ flex: 2, fontSize: 20, color: '#1A2230' }}&gt;XFeat 轻量局部特征&lt;/Text&gt;&#10;            &lt;Text style={{ flex: 3, fontSize: 20, color: '#1A2230' }}&gt;按内点数从 20 中保留 5 个&lt;/Text&gt;&#10;            &lt;Text style={{ flex: 1.6, fontSize: 20, color: '#1A2230' }}&gt;≈0.5 ms / 对&lt;/Text&gt;&#10;        &lt;/Box&gt;&#10;        &lt;Box style={{ flexDirection: 'row', padding: '13px 16px', borderBottom: '1px solid #D6DCE5' }}&gt;&#10;            &lt;Text style={{ width: '90px', fontSize: 20, fontWeight: 'bold', color: '#1E4FA8' }}&gt;3&lt;/Text&gt;&#10;            &lt;Text style={{ flex: 2, fontSize: 20, color: '#1A2230' }}&gt;LightGlue + RANSAC&lt;/Text&gt;&#10;            &lt;Text style={{ flex: 3, fontSize: 20, color: '#1A2230' }}&gt;精确验证，内点数 &amp;gt; 500 才接受&lt;/Text&gt;&#10;            &lt;Text style={{ flex: 1.6, fontSize: 20, color: '#1A2230' }}&gt;≈4 ms / 对&lt;/Text&gt;&#10;        &lt;/Box&gt;&#10;    &lt;/Box&gt;&#10;    &lt;Box style={{ padding: '18px 40px 0px 40px', flexDirection: 'row', gap: 18 }}&gt;&#10;        &lt;Box style={{ flex: 1, backgroundColor: '#F0F5FC', borderRadius: 6, padding: '14px 18px', flexDirection: 'column' }}&gt;&#10;            &lt;Text style={{ fontSize: 22, fontWeight: 'bold', color: '#1E4FA8' }}&gt;加权协视图&lt;/Text&gt;&#10;            &lt;Text style={{ fontSize: 21, color: '#1A2230', lineHeight: 1.5, marginTop: 8 }}&gt;边权取内点数倒数 w = 1/#inliers：内点越多、边越&quot;短&quot;。于是图上的最短路 = 最可靠的位姿链。&lt;/Text&gt;&#10;        &lt;/Box&gt;&#10;        &lt;Box style={{ flex: 1, backgroundColor: '#F0F5FC', borderRadius: 6, padding: '14px 18px', flexDirection: 'column' }}&gt;&#10;            &lt;Text style={{ fontSize: 22, fontWeight: 'bold', color: '#1E4FA8' }}&gt;消融：这一环最关键&lt;/Text&gt;&#10;            &lt;Text style={{ fontSize: 21, color: '#1A2230', lineHeight: 1.5, marginTop: 8 }}&gt;去掉位置识别只比相邻 5 帧：PSNR 26.29 → &lt;b&gt;24.78 dB&lt;/b&gt;；改成优化最后 20 帧：→ &lt;b&gt;24.56 dB&lt;/b&gt;。&lt;/Text&gt;&#10;        &lt;/Box&gt;&#10;    &lt;/Box&gt;&#10;    &lt;Box style={{ padding: '12px 40px 0px 40px' }}&gt;&#10;        &lt;Text style={{ fontSize: 17, color: '#8B97A8' }}&gt;候选集逐级收缩：1000 对 → 20 → 5 → 1，精确匹配只作用在极小候选上，这是&quot;无序也能快&quot;的根本原因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3054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关键方式①：两级匹配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381000" y="923925"/>
            <a:ext cx="11430000" cy="457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33400" y="10382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层级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390650" y="10382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4505325" y="10382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172575" y="10382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代价</a:t>
            </a:r>
            <a:endParaRPr/>
          </a:p>
        </p:txBody>
      </p:sp>
      <p:sp>
        <p:nvSpPr>
          <p:cNvPr id="438" name=""/>
          <p:cNvSpPr/>
          <p:nvPr/>
        </p:nvSpPr>
        <p:spPr>
          <a:xfrm rot="0" flipH="0" flipV="0">
            <a:off x="381000" y="138112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533400" y="15049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390650" y="150495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视觉位置识别（全局描述子）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4505325" y="150495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余弦相似度排序，取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9172575" y="150495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≈1 ms / 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381000" y="1866900"/>
            <a:ext cx="11430000" cy="4857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381000" y="1866900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533400" y="19907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390650" y="19907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轻量局部特征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4505325" y="19907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按内点数从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中保留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9172575" y="19907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≈0.5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381000" y="235267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33400" y="24765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390650" y="247650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505325" y="247650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精确验证，内点数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才接受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9172575" y="247650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≈4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381000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552450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边权取内点数倒数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w = 1/#inliers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：内点越多、边越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短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。于是图上的最短路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最可靠的位姿链。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181725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6353175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消融：这一环最关键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6353175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去掉位置识别只比相邻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PSNR 26.29 →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24.78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；改成优化最后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帧：→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24.56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81000" y="44481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候选集逐级收缩：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对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20 → 5 → 1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，精确匹配只作用在极小候选上，这是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无序也能快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的根本原因。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461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②③：局部 BA 与图传播回环&lt;/Text&gt;&#10;        &lt;Text style={{ fontSize: 15, color: '#8B97A8' }}&gt;09 / 15&lt;/Text&gt;&#10;    &lt;/Box&gt;&#10;    &lt;Box style={{ padding: '16px 40px 0px 40px', flexDirection: 'row', gap: 20 }}&gt;&#10;        &lt;Box style={{ flex: 1, backgroundColor: '#F7F9FC', border: '1px solid #D6DCE5', borderRadius: 6, padding: '16px 18px', flexDirection: 'column' }}&gt;&#10;            &lt;Text style={{ fontSize: 25, fontWeight: 'bold', color: '#1A2230' }}&gt;GPU 局部重建&lt;/Text&gt;&#10;            &lt;Text style={{ fontSize: 21, color: '#1A2230', lineHeight: 1.55, marginTop: 10 }}&gt;关键帧 &lt;b&gt;N=20&lt;/b&gt;（SLAM 通常只用 5 帧时间窗），路标点固定 &lt;b&gt;1 万&lt;/b&gt;，按被观测次数采样。&lt;/Text&gt;&#10;            &lt;Text style={{ fontSize: 21, color: '#1A2230', lineHeight: 1.55, marginTop: 8 }}&gt;每个路标只允许被协视性选出的固定子集观测，避免观测数随帧数二次增长。&lt;/Text&gt;&#10;            &lt;Text style={{ fontSize: 21, color: '#1A2230', lineHeight: 1.55, marginTop: 8 }}&gt;自写核函数算残差与雅可比，稠密 Schur 补求解。&lt;/Text&gt;&#10;            &lt;Text style={{ fontSize: 22, fontWeight: 'bold', color: '#1E4FA8', marginTop: 12 }}&gt;比 g2o / CUDA-BA 快约 5 倍&lt;/Text&gt;&#10;            &lt;Text style={{ fontSize: 21, color: '#1A2230', lineHeight: 1.55, marginTop: 10 }}&gt;高斯投放改为&lt;b&gt;分块估计深度尺度与偏移&lt;/b&gt;再插值上采样（消融 26.29 → 25.41 dB），落点更贴表面。&lt;/Text&gt;&#10;        &lt;/Box&gt;&#10;        &lt;Box style={{ flex: 1, backgroundColor: '#F0F5FC', border: '1px solid #3D7BD9', borderRadius: 6, padding: '16px 18px', flexDirection: 'column' }}&gt;&#10;            &lt;Text style={{ fontSize: 25, fontWeight: 'bold', color: '#1A2230' }}&gt;簇级回环 + 图传播&lt;/Text&gt;&#10;            &lt;Text style={{ fontSize: 21, color: '#1A2230', lineHeight: 1.55, marginTop: 10 }}&gt;检测：出现两组&quot;内部密、彼此疏&quot;的簇，图上跳数 &amp;gt; 5 且有效匹配对 &amp;gt; 2。&lt;/Text&gt;&#10;            &lt;Text style={{ fontSize: 21, color: '#1A2230', lineHeight: 1.55, marginTop: 8 }}&gt;求解：两簇各扩 N/2 帧组成焊接窗口做局部 BA，由锚点刚体变换与深度尺度得到 &lt;b&gt;Sim(3)&lt;/b&gt;。&lt;/Text&gt;&#10;            &lt;Text style={{ fontSize: 21, color: '#1A2230', lineHeight: 1.55, marginTop: 8 }}&gt;传播：Dijkstra 找累计权重最小的&lt;b&gt;主干路径&lt;/b&gt;，按测地距离比例插值（旋转用 6D、尺度取对数），对全图位姿与高斯套用同一变换。&lt;/Text&gt;&#10;            &lt;Text style={{ fontSize: 22, fontWeight: 'bold', color: '#D9534F', marginTop: 12 }}&gt;代价随场景规模近似线性&lt;/Text&gt;&#10;        &lt;/Box&gt;&#10;    &lt;/Box&gt;&#10;    &lt;Box style={{ margin: '18px 40px 0px 40px', backgroundColor: '#F0F5FC', borderLeft: '5px solid #1E4FA8', padding: '14px 20px' }}&gt;&#10;        &lt;Text style={{ fontSize: 21, color: '#1A2230', lineHeight: 1.5 }}&gt;用&quot;图上的距离&quot;替代&quot;全局优化的解&quot;——这是全文最值得借鉴的工程取舍：牺牲一点精度，换来数量级的实时性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52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关键方式②③：局部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与图传播回环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38100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55245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5245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N=20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通常只用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帧时间窗），路标点固定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，按被观测次数采样。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55245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每个路标只允许被协视性选出的固定子集观测，避免观测数随帧数二次增长。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552450" y="3095625"/>
            <a:ext cx="527685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自写核函数算残差与雅可比，稠密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补求解。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552450" y="359092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比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快约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552450" y="39433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高斯投放改为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分块估计深度尺度与偏移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再插值上采样（消融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26.29 → 25.41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），落点更贴表面。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619125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36270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36270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检测：出现两组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内部密、彼此疏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的簇，图上跳数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且有效匹配对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636270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求解：两簇各扩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帧组成焊接窗口做局部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，由锚点刚体变换与深度尺度得到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Sim(3)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6362700" y="3095625"/>
            <a:ext cx="527685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传播：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找累计权重最小的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主干路径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，按测地距离比例插值（旋转用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6D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、尺度取对数），对全图位姿与高斯套用同一变换。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6362700" y="433387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代价随场景规模近似线性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428625" y="5019675"/>
            <a:ext cx="11430000" cy="6286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381000" y="5019675"/>
            <a:ext cx="11477625" cy="628650"/>
          </a:xfrm>
          <a:custGeom>
            <a:pathLst>
              <a:path w="1205" h="66">
                <a:moveTo>
                  <a:pt x="0" y="0"/>
                </a:moveTo>
                <a:lnTo>
                  <a:pt x="5" y="0"/>
                </a:lnTo>
                <a:lnTo>
                  <a:pt x="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19125" y="5153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替代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这是全文最值得借鉴的工程取舍：牺牲一点精度，换来数量级的实时性。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关键方式④：渐进式高斯层级控显存&lt;/Text&gt;&#10;        &lt;Text style={{ fontSize: 15, color: '#8B97A8' }}&gt;10 / 15&lt;/Text&gt;&#10;    &lt;/Box&gt;&#10;    &lt;Box style={{ padding: '20px 40px 0px 40px', flexDirection: 'row', gap: 26 }}&gt;&#10;        &lt;Box style={{ width: '380px', backgroundColor: '#F0F5FC', borderRadius: 6, padding: '22px 20px', flexDirection: 'column' }}&gt;&#10;            &lt;Text style={{ fontSize: 74, fontWeight: 'bold', color: '#1E4FA8', lineHeight: 1.1 }}&gt;0.5 px&lt;/Text&gt;&#10;            &lt;Text style={{ fontSize: 21, color: '#1A2230', lineHeight: 1.5, marginTop: 8 }}&gt;屏幕尺寸小于该值、且这类高斯占比超过 20% 时，触发合并&lt;/Text&gt;&#10;            &lt;Box style={{ width: '100%', height: '1px', backgroundColor: '#D6DCE5', marginTop: 16, marginBottom: 14 }} /&gt;&#10;            &lt;Text style={{ fontSize: 74, fontWeight: 'bold', color: '#1E4FA8', lineHeight: 1.1 }}&gt;1 px&lt;/Text&gt;&#10;            &lt;Text style={{ fontSize: 21, color: '#1A2230', lineHeight: 1.5, marginTop: 8 }}&gt;合并节点的贡献超过该值时，异步回取其子节点（双缓冲防卡顿）&lt;/Text&gt;&#10;        &lt;/Box&gt;&#10;        &lt;Box style={{ flex: 1, flexDirection: 'column', gap: 14 }}&gt;&#10;            &lt;Box style={{ backgroundColor: '#F7F9FC', border: '1px solid #D6DCE5', borderRadius: 6, padding: '14px 18px', flexDirection: 'column' }}&gt;&#10;                &lt;Text style={{ fontSize: 23, fontWeight: 'bold', color: '#1E4FA8' }}&gt;合并怎么做&lt;/Text&gt;&#10;                &lt;Text style={{ fontSize: 21, color: '#1A2230', lineHeight: 1.55, marginTop: 8 }}&gt;KNN 找 4 个最近高斯，按 KL 散度合并成一个父节点；叶节点参数卸载到 CPU 内存，显存只留活跃部分。&lt;/Text&gt;&#10;            &lt;/Box&gt;&#10;            &lt;Box style={{ backgroundColor: '#F7F9FC', border: '1px solid #D6DCE5', borderRadius: 6, padding: '14px 18px', flexDirection: 'column' }}&gt;&#10;                &lt;Text style={{ fontSize: 23, fontWeight: 'bold', color: '#1E4FA8' }}&gt;回环时怎么办&lt;/Text&gt;&#10;                &lt;Text style={{ fontSize: 21, color: '#1A2230', lineHeight: 1.55, marginTop: 8 }}&gt;每个高斯记录&quot;出生关键帧&quot;，回环修正时整棵子树按该关键帧的变换异步移动，不必逐个改。&lt;/Text&gt;&#10;            &lt;/Box&gt;&#10;            &lt;Box style={{ backgroundColor: '#F0F5FC', border: '1px solid #3D7BD9', borderRadius: 6, padding: '14px 18px', flexDirection: 'column' }}&gt;&#10;                &lt;Text style={{ fontSize: 23, fontWeight: 'bold', color: '#1E4FA8' }}&gt;实测效果（论文）&lt;/Text&gt;&#10;                &lt;Text style={{ fontSize: 21, color: '#1A2230', lineHeight: 1.55, marginTop: 8 }}&gt;CityWalk 不用层级：第 &lt;b&gt;795/4050&lt;/b&gt; 帧即 OOM；用后峰值高斯 &amp;lt; &lt;b&gt;370 万&lt;/b&gt;、显存 &amp;lt; &lt;b&gt;12.8 GB&lt;/b&gt;，层级达 &lt;b&gt;8 层&lt;/b&gt;。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关键方式④：渐进式高斯层级控显存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42975"/>
            <a:ext cx="3619500" cy="4352925"/>
          </a:xfrm>
          <a:prstGeom prst="roundRect">
            <a:avLst>
              <a:gd name="adj" fmla="val 157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1152525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0.5 px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71500" y="2162175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屏幕尺寸小于该值、且这类高斯占比超过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时，触发合并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571500" y="3038475"/>
            <a:ext cx="3238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3181350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1 px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71500" y="4191000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合并节点的贡献超过该值时，异步回取其子节点（双缓冲防卡顿）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248150" y="94297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419600" y="107632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合并怎么做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419600" y="141922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个最近高斯，按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KL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散度合并成一个父节点；叶节点参数卸载到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内存，显存只留活跃部分。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4248150" y="2438400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419600" y="2571750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回环时怎么办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419600" y="2914650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每个高斯记录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出生关键帧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，回环修正时整棵子树按该关键帧的变换异步移动，不必逐个改。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4248150" y="393382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419600" y="406717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实测效果（论文）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419600" y="441007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不用层级：第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795/4050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帧即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；用后峰值高斯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370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、显存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12.8 GB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，层级达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层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1 / 15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4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不足与改进：哪些是硬伤，哪些能补&lt;/Text&gt;&#10;        &lt;Text style={{ fontSize: 15, color: '#8B97A8' }}&gt;12 / 15&lt;/Text&gt;&#10;    &lt;/Box&gt;&#10;    &lt;Box style={{ padding: '18px 40px 0px 40px' }}&gt;&#10;        &lt;Text style={{ fontSize: 21, color: '#4A5568', lineHeight: 1.5 }}&gt;左栏是它现在的边界（①–④ 来自论文自述，⑤ 是我们复现的边界），右栏是对应的补法。&lt;/Text&gt;&#10;    &lt;/Box&gt;&#10;    &lt;Box style={{ padding: '12px 40px 0px 40px', flexDirection: 'row', gap: 26 }}&gt;&#10;        &lt;Box style={{ flex: 1, flexDirection: 'column' }}&gt;&#10;            &lt;Box style={{ flexDirection: 'row', alignItems: 'center', gap: 8 }}&gt;&#10;                &lt;Box style={{ width: '5px', height: '26px', backgroundColor: '#D9534F' }} /&gt;&#10;                &lt;Text style={{ fontSize: 26, fontWeight: 'bold', color: '#1A2230' }}&gt;目前方法的不足&lt;/Text&gt;&#10;            &lt;/Box&gt;&#10;            &lt;Text style={{ fontSize: 20, color: '#1A2230', lineHeight: 1.55, marginTop: 16 }}&gt;&lt;b&gt;① 低视差直接失效&lt;/b&gt;　纯旋转或平移太小，三角化不出深度，论文自述这类采集会失败。&lt;/Text&gt;&#10;            &lt;Text style={{ fontSize: 20, color: '#1A2230', lineHeight: 1.55, marginTop: 16 }}&gt;&lt;b&gt;② 精度有天花板&lt;/b&gt;　作者用 NoGraphProp 消融证明图传播不比全局 PGO 差，但同时承认仍不如全局 BA。&lt;/Text&gt;&#10;            &lt;Text style={{ fontSize: 20, color: '#1A2230', lineHeight: 1.55, marginTop: 16 }}&gt;&lt;b&gt;③ 上游依赖重&lt;/b&gt;　VPR + XFeat + LightGlue + Depth Anything 3 串成一条链，任一环失效整条断。&lt;/Text&gt;&#10;            &lt;Text style={{ fontSize: 20, color: '#1A2230', lineHeight: 1.55, marginTop: 16 }}&gt;&lt;b&gt;④ 阈值靠经验&lt;/b&gt;　合并 0.5 px / 占比 20%、跳数 5、建边 500 匹配，换场景需重调。&lt;/Text&gt;&#10;            &lt;Text style={{ fontSize: 20, color: '#1A2230', lineHeight: 1.55, marginTop: 16 }}&gt;&lt;b&gt;⑤ 我们的复现边界&lt;/b&gt;　只跑有序序列（未验真无序）、2 倍降采样、单场景。&lt;/Text&gt;&#10;        &lt;/Box&gt;&#10;        &lt;Box style={{ width: '1px', backgroundColor: '#D6DCE5' }} /&gt;&#10;        &lt;Box style={{ flex: 1, flexDirection: 'column' }}&gt;&#10;            &lt;Box style={{ flexDirection: 'row', alignItems: 'center', gap: 8 }}&gt;&#10;                &lt;Box style={{ width: '5px', height: '26px', backgroundColor: '#1E4FA8' }} /&gt;&#10;                &lt;Text style={{ fontSize: 26, fontWeight: 'bold', color: '#1A2230' }}&gt;以后的改进点&lt;/Text&gt;&#10;            &lt;/Box&gt;&#10;            &lt;Text style={{ fontSize: 20, color: '#1A2230', lineHeight: 1.55, marginTop: 16 }}&gt;&lt;b&gt;① 低视差帧降级&lt;/b&gt;　只参与渲染、不进位姿求解，避免污染轨迹。&lt;/Text&gt;&#10;            &lt;Text style={{ fontSize: 20, color: '#1A2230', lineHeight: 1.55, marginTop: 16 }}&gt;&lt;b&gt;② 在线粗 + 离线精&lt;/b&gt;　实时出预览，结束时用 GLOMAP 回填一次全局 BA，把 1.2 dB 补回来。&lt;/Text&gt;&#10;            &lt;Text style={{ fontSize: 20, color: '#1A2230', lineHeight: 1.55, marginTop: 16 }}&gt;&lt;b&gt;③ 采集端闭环&lt;/b&gt;　实时覆盖率与重投影误差热图，直接提示&quot;这块没拍&quot;——论文 motivation 的自然下一步。&lt;/Text&gt;&#10;            &lt;Text style={{ fontSize: 20, color: '#1A2230', lineHeight: 1.55, marginTop: 16 }}&gt;&lt;b&gt;④ 阈值自适应&lt;/b&gt;　按纹理强度与重叠度在线估计，替代固定常数。&lt;/Text&gt;&#10;            &lt;Text style={{ fontSize: 20, color: '#1A2230', lineHeight: 1.55, marginTop: 16 }}&gt;&lt;b&gt;⑤ 我们能立刻做的&lt;/b&gt;　打乱实验（--shuffle）、全分辨率重跑、再换 2–3 个场景。&lt;/Text&gt;&#10;        &lt;/Box&gt;&#10;    &lt;/Box&gt;&#10;    &lt;Box style={{ margin: '12px 40px 0px 40px', backgroundColor: '#F0F5FC', borderLeft: '5px solid #1E4FA8', padding: '15px 20px' }}&gt;&#10;        &lt;Text style={{ fontSize: 21, color: '#1A2230', lineHeight: 1.5 }}&gt;它把&quot;精度&quot;换成了&quot;时间&quot;。补回精度只有两条路：&lt;b&gt;要么离线回填，要么让采集端少犯错&lt;/b&gt;——后者才是它真正打开的方向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不足与改进：哪些是硬伤，哪些能补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92392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左栏是它现在的边界（①–④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来自论文自述，⑤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是我们复现的边界），右栏是对应的补法。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1428750"/>
            <a:ext cx="47625" cy="24765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04825" y="1400175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目前方法的不足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1000" y="18573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低视差直接失效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纯旋转或平移太小，三角化不出深度，论文自述这类采集会失败。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72415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精度有天花板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作者用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NoGraphProp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消融证明图传播不比全局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PGO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差，但同时承认仍不如全局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81000" y="359092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上游依赖重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+ XFeat + LightGlue + Depth Anything 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串成一条链，任一环失效整条断。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445770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阈值靠经验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合并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px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占比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、跳数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、建边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匹配，换场景需重调。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1000" y="53244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我们的复现边界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只跑有序序列（未验真无序）、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倍降采样、单场景。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0" y="1400175"/>
            <a:ext cx="9525" cy="463867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8" name=""/>
          <p:cNvSpPr/>
          <p:nvPr/>
        </p:nvSpPr>
        <p:spPr>
          <a:xfrm rot="0" flipH="0" flipV="0">
            <a:off x="6353175" y="1428750"/>
            <a:ext cx="47625" cy="247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477000" y="140017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以后的改进点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353175" y="18573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低视差帧降级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只参与渲染、不进位姿求解，避免污染轨迹。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353175" y="23717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在线粗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离线精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实时出预览，结束时用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，把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补回来。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353175" y="3238500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采集端闭环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实时覆盖率与重投影误差热图，直接提示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论文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motivation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的自然下一步。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353175" y="41052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阈值自适应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按纹理强度与重叠度在线估计，替代固定常数。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353175" y="46196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我们能立刻做的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打乱实验（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--shuffle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）、全分辨率重跑、再换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个场景。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28625" y="6153150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381000" y="6153150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9125" y="6296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它把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换成了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。补回精度只有两条路：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要么离线回填，要么让采集端少犯错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——后者才是它真正打开的方向。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9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这条线怎么长出来的：三代工作&lt;/Text&gt;&#10;        &lt;Text style={{ fontSize: 15, color: '#8B97A8' }}&gt;13 / 15&lt;/Text&gt;&#10;    &lt;/Box&gt;&#10;    &lt;Box style={{ padding: '16px 40px 0px 40px' }}&gt;&#10;        &lt;Text style={{ fontSize: 21, color: '#4A5568', lineHeight: 1.5 }}&gt;本文不是孤立的一篇。同一团队三年做的是同一件事：&lt;b&gt;把辐射场重建变&quot;局部、渐进、免位姿&quot;&lt;/b&gt;，本文补上最后一块&quot;无序 + 全局一致&quot;。&lt;/Text&gt;&#10;    &lt;/Box&gt;&#10;&#10;    &lt;Box style={{ padding: '20px 40px 0px 40px', flexDirection: 'row', gap: 24 }}&gt;&#10;        &lt;Box style={{ width: '750px', flexDirection: 'column' }}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3&lt;/Text&gt;&#10;                    &lt;Text style={{ fontSize: 15, color: '#4A5568' }}&gt;CVPR&lt;/Text&gt;&#10;                &lt;/Box&gt;&#10;                &lt;Box style={{ flex: 1, flexDirection: 'column' }}&gt;&#10;                    &lt;Text style={{ fontSize: 22, fontWeight: 'bold', color: '#1A2230' }}&gt;渐进式局部辐射场&lt;/Text&gt;&#10;                    &lt;Text style={{ fontSize: 19, color: '#1A2230', lineHeight: 1.5, marginTop: 6 }}&gt;Progressively Optimized Local Radiance Fields：把场景切块、渐进而非一次性优化，是本文&quot;渐进层级&quot;的思想来源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F0F5FC', borderRadius: 4, padding: '8px 8px', alignItems: 'center' }}&gt;&#10;                    &lt;Text style={{ fontSize: 20, fontWeight: 'bold', color: '#1E4FA8' }}&gt;2025&lt;/Text&gt;&#10;                    &lt;Text style={{ fontSize: 15, color: '#4A5568' }}&gt;ACM TOG&lt;/Text&gt;&#10;                &lt;/Box&gt;&#10;                &lt;Box style={{ flex: 1, flexDirection: 'column' }}&gt;&#10;                    &lt;Text style={{ fontSize: 22, fontWeight: 'bold', color: '#1A2230' }}&gt;免位姿的大场景即时重建（直接前作）&lt;/Text&gt;&#10;                    &lt;Text style={{ fontSize: 19, color: '#1A2230', lineHeight: 1.5, marginTop: 6 }}&gt;On-the-fly Reconstruction for Large-Scale NVS from Unposed Images：已做到&quot;不用 COLMAP + 大场景 + 即时&quot;，但&lt;b&gt;要求图像有序、且不做回环&lt;/b&gt;。&lt;/Text&gt;&#10;                &lt;/Box&gt;&#10;            &lt;/Box&gt;&#10;            &lt;Box style={{ height: '1px', backgroundColor: '#D6DCE5', marginTop: 16, marginBottom: 16 }} /&gt;&#10;            &lt;Box style={{ flexDirection: 'row', gap: 16 }}&gt;&#10;                &lt;Box style={{ width: '108px', backgroundColor: '#1E4FA8', borderRadius: 4, padding: '8px 8px', alignItems: 'center' }}&gt;&#10;                    &lt;Text style={{ fontSize: 20, fontWeight: 'bold', color: '#FFFFFF' }}&gt;2026&lt;/Text&gt;&#10;                    &lt;Text style={{ fontSize: 15, color: '#D6E4F7' }}&gt;SIGGRAPH&lt;/Text&gt;&#10;                &lt;/Box&gt;&#10;                &lt;Box style={{ flex: 1, flexDirection: 'column' }}&gt;&#10;                    &lt;Text style={{ fontSize: 22, fontWeight: 'bold', color: '#1A2230' }}&gt;本文：无序匹配 + 簇级回环&lt;/Text&gt;&#10;                    &lt;Text style={{ fontSize: 19, color: '#1A2230', lineHeight: 1.5, marginTop: 6 }}&gt;在前作之上只补两件事——在全部历史里检索重叠帧、用图传播做不重算的回环。增量不大，但恰好补在前作的假设上。&lt;/Text&gt;&#10;                &lt;/Box&gt;&#10;            &lt;/Box&gt;&#10;        &lt;/Box&gt;&#10;&#10;        &lt;Box style={{ flex: 1, backgroundColor: '#F7F9FC', border: '1px solid #D6DCE5', borderRadius: 6, padding: '18px 20px', flexDirection: 'column' }}&gt;&#10;            &lt;Text style={{ fontSize: 23, fontWeight: 'bold', color: '#1A2230' }}&gt;之后呢&lt;/Text&gt;&#10;            &lt;Text style={{ fontSize: 17, color: '#4A5568', lineHeight: 1.45, marginTop: 6 }}&gt;截至 2026-10-29 检索，未见正式发表的后续论文（本文 7 月才上线）。以下为按其脉络的判断：&lt;/Text&gt;&#10;            &lt;Text style={{ fontSize: 19, color: '#1A2230', lineHeight: 1.5, marginTop: 12 }}&gt;&lt;b&gt;① 走向采集端&lt;/b&gt;　从&quot;重建工具&quot;变成&quot;拍摄仪表盘&quot;。&lt;/Text&gt;&#10;            &lt;Text style={{ fontSize: 19, color: '#1A2230', lineHeight: 1.5, marginTop: 10 }}&gt;&lt;b&gt;② 精度回填&lt;/b&gt;　在线粗轨迹 + 收尾一次全局 BA。&lt;/Text&gt;&#10;            &lt;Text style={{ fontSize: 19, color: '#1A2230', lineHeight: 1.5, marginTop: 10 }}&gt;&lt;b&gt;③ 动态与大尺度&lt;/b&gt;　4050 帧已是当前上限，动态物体仍是空白。&lt;/Text&gt;&#10;            &lt;Text style={{ fontSize: 19, color: '#1A2230', lineHeight: 1.5, marginTop: 10 }}&gt;&lt;b&gt;④ 与离线并存&lt;/b&gt;　更可能被采集 App 吸收，而非取代离线流程。&lt;/Text&gt;&#10;        &lt;/Box&gt;&#10;    &lt;/Box&gt;&#10;&#10;    &lt;Box style={{ padding: '16px 40px 0px 40px' }}&gt;&#10;        &lt;Text style={{ fontSize: 16, color: '#8B97A8', lineHeight: 1.45 }}&gt;前两项工作引自本文参考文献（Meuleman et al. 2023 / 2025）；&quot;之后呢&quot;四条为汇报人判断，不代表作者观点，答辩时请按&quot;推测&quot;表述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这条线怎么长出来的：三代工作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本文不是孤立的一篇。同一团队三年做的是同一件事：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把辐射场重建变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局部、渐进、免位姿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，本文补上最后一块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无序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全局一致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18192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57225" y="18954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04850" y="2124075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CVPR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562100" y="18192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渐进式局部辐射场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562100" y="21336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Progressively Optimized Local Radiance Fields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：把场景切块、渐进而非一次性优化，是本文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的思想来源。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1000" y="2943225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381000" y="3105150"/>
            <a:ext cx="1028700" cy="1295400"/>
          </a:xfrm>
          <a:prstGeom prst="roundRect">
            <a:avLst>
              <a:gd name="adj" fmla="val 370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57225" y="3181350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2025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61975" y="340995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ACM TOG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562100" y="3105150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免位姿的大场景即时重建（直接前作）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562100" y="3419475"/>
            <a:ext cx="596265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On-the-fly Reconstruction for Large-Scale NVS from Unposed Images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：已做到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不用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要求图像有序、且不做回环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381000" y="4552950"/>
            <a:ext cx="7143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381000" y="4714875"/>
            <a:ext cx="1028700" cy="971550"/>
          </a:xfrm>
          <a:prstGeom prst="roundRect">
            <a:avLst>
              <a:gd name="adj" fmla="val 392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57225" y="4791075"/>
            <a:ext cx="47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33400" y="5019675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D6E4F7"/>
                </a:solidFill>
                <a:latin typeface="Microsoft YaHei"/>
                <a:ea typeface="Microsoft YaHei"/>
              </a:rPr>
              <a:t>SIGGRAPH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562100" y="4714875"/>
            <a:ext cx="596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本文：无序匹配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562100" y="5029200"/>
            <a:ext cx="5962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在前作之上只补两件事——在全部历史里检索重叠帧、用图传播做不重算的回环。增量不大，但恰好补在前作的假设上。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7753350" y="1819275"/>
            <a:ext cx="4057650" cy="4267200"/>
          </a:xfrm>
          <a:prstGeom prst="roundRect">
            <a:avLst>
              <a:gd name="adj" fmla="val 140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943850" y="1990725"/>
            <a:ext cx="36766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之后呢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943850" y="2314575"/>
            <a:ext cx="36766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截至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2026-10-29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检索，未见正式发表的后续论文（本文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月才上线）。以下为按其脉络的判断：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943850" y="300037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走向采集端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重建工具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变成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拍摄仪表盘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943850" y="375285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精度回填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在线粗轨迹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收尾一次全局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动态与大尺度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帧已是当前上限，动态物体仍是空白。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943850" y="5257800"/>
            <a:ext cx="36766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与离线并存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　更可能被采集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App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吸收，而非取代离线流程。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81000" y="6238875"/>
            <a:ext cx="114300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前两项工作引自本文参考文献（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Meuleman et al. 2023 / 2025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）；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之后呢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四条为汇报人判断，不代表作者观点，答辩时请按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推测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表述。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29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结论：三句话带走&lt;/Text&gt;&#10;        &lt;Text style={{ fontSize: 15, color: '#8B97A8' }}&gt;14 / 15&lt;/Text&gt;&#10;    &lt;/Box&gt;&#10;&#10;    &lt;Box style={{ padding: '24px 40px 0px 40px', flexDirection: 'column', gap: 20 }}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1&lt;/Text&gt;&#10;            &lt;/Box&gt;&#10;            &lt;Box style={{ flex: 1, flexDirection: 'column' }}&gt;&#10;                &lt;Text style={{ fontSize: 26, fontWeight: 'bold', color: '#1A2230' }}&gt;它填的是一块空格，不是&quot;更快的离线 SfM&quot;&lt;/Text&gt;&#10;                &lt;Text style={{ fontSize: 20, color: '#4A5568', lineHeight: 1.45, marginTop: 6 }}&gt;即时、无序、全局一致三者同时成立，此前没有方法做到。速度只是手段，&quot;现场可判断&quot;才是目的。&lt;/Text&gt;&#10;            &lt;/Box&gt;&#10;        &lt;/Box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2&lt;/Text&gt;&#10;            &lt;/Box&gt;&#10;            &lt;Box style={{ flex: 1, flexDirection: 'column' }}&gt;&#10;                &lt;Text style={{ fontSize: 26, fontWeight: 'bold', color: '#1A2230' }}&gt;题眼是用&quot;图上的距离&quot;替换&quot;全局优化的解&quot;&lt;/Text&gt;&#10;                &lt;Text style={{ fontSize: 20, color: '#4A5568', lineHeight: 1.45, marginTop: 6 }}&gt;判定看跳数不看时间，求解用焊接窗口得 Sim(3)，再把修正按测地距离摊给全图——回环不必重算第二遍。&lt;/Text&gt;&#10;            &lt;/Box&gt;&#10;        &lt;/Box&gt;&#10;        &lt;Box style={{ flexDirection: 'row', gap: 18, alignItems: 'flex-start' }}&gt;&#10;            &lt;Box style={{ width: '38px', height: '38px', backgroundColor: '#0E3F8C', borderRadius: 4, alignItems: 'center', justifyContent: 'center' }}&gt;&#10;                &lt;Text style={{ fontSize: 21, fontWeight: 'bold', color: '#FFFFFF' }}&gt;3&lt;/Text&gt;&#10;            &lt;/Box&gt;&#10;            &lt;Box style={{ flex: 1, flexDirection: 'column' }}&gt;&#10;                &lt;Text style={{ fontSize: 26, fontWeight: 'bold', color: '#1A2230' }}&gt;代价是真的：1.2 dB 与一条更重的依赖链&lt;/Text&gt;&#10;                &lt;Text style={{ fontSize: 20, color: '#4A5568', lineHeight: 1.45, marginTop: 6 }}&gt;精度上限低于全局 BA，低视差会失败，阈值靠经验。它换的是时间，不是免费午餐。&lt;/Text&gt;&#10;            &lt;/Box&gt;&#10;        &lt;/Box&gt;&#10;    &lt;/Box&gt;&#10;&#10;    &lt;Box style={{ padding: '22px 40px 0px 40px', flexDirection: 'row', gap: 16 }}&gt;&#10;        &lt;Box style={{ flex: 1, backgroundColor: '#F0F5FC', borderRadius: 6, padding: '12px 16px', flexDirection: 'row', alignItems: 'baseline', gap: 10 }}&gt;&#10;            &lt;Text style={{ fontSize: 32, fontWeight: 'bold', color: '#1E4FA8' }}&gt;26.29 dB&lt;/Text&gt;&#10;            &lt;Text style={{ fontSize: 17, color: '#1A2230' }}&gt;论文在 MipNeRF360 的成绩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0.5 dB&lt;/Text&gt;&#10;            &lt;Text style={{ fontSize: 17, color: '#1A2230' }}&gt;输入打乱后的代价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25.95 dB&lt;/Text&gt;&#10;            &lt;Text style={{ fontSize: 17, color: '#1A2230' }}&gt;我们自己跑出来的&lt;/Text&gt;&#10;        &lt;/Box&gt;&#10;    &lt;/Box&gt;&#10;&#10;    &lt;Box style={{ margin: '16px 40px 0px 40px', backgroundColor: '#1E4FA8', borderRadius: 6, padding: '15px 22px' }}&gt;&#10;        &lt;Text style={{ fontSize: 22, fontWeight: 'bold', color: '#FFFFFF', lineHeight: 1.45 }}&gt;一句话总结：它把 3DGS 从&quot;拍完再算的离线工具&quot;变成了&quot;拍摄现场的仪表盘&quot;，代价是让出一点精度。&lt;/Text&gt;&#10;    &lt;/Box&gt;&#10;&#10;    &lt;Box style={{ marginTop: 'auto', padding: '20px 40px 0px 40px', paddingBottom: '26px', flexDirection: 'row', justifyContent: 'space-between', alignItems: 'center' }}&gt;&#10;        &lt;Text style={{ fontSize: 26, fontWeight: 'bold', color: '#1E4FA8' }}&gt;谢谢，欢迎提问&lt;/Text&gt;&#10;        &lt;Text style={{ fontSize: 15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98107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04825" y="103822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914400" y="98107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34302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即时、无序、全局一致三者同时成立，此前没有方法做到。速度只是手段，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81000" y="1866900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04825" y="1924050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914400" y="2228850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判定看跳数不看时间，求解用焊接窗口得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81000" y="275272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04825" y="2809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14400" y="275272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代价是真的：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1.2 dB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与一条更重的依赖链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14400" y="311467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精度上限低于全局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，低视差会失败，阈值靠经验。它换的是时间，不是免费午餐。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81000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53340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26.29 dB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924050" y="3771900"/>
            <a:ext cx="20097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论文在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MipNeRF360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的成绩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238625" y="3657600"/>
            <a:ext cx="3714750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91025" y="3771900"/>
            <a:ext cx="971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457825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输入打乱后的代价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105775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258175" y="3771900"/>
            <a:ext cx="1343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69645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我们自己跑出来的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4410075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90550" y="4552950"/>
            <a:ext cx="11010900" cy="3714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，代价是让出一点精度。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48375" y="63722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59" name="" descr="&lt;Slide style={{ width: '1280px', height: '720px', backgroundColor: '#FFFFFF', padding: '0px', flexDirection: 'column' }}&gt;&#10;    &lt;Box style={{ width: '1280px', height: '8px', backgroundColor: '#1E4FA8' }} /&gt;&#10;    &lt;Box style={{ padding: '16px 40px 0px 40px', flexDirection: 'row', justifyContent: 'space-between', alignItems: 'flex-end' }}&gt;&#10;        &lt;Text style={{ fontSize: 32, fontWeight: 'bold', color: '#1E4FA8' }}&gt;附：七个步骤在源码里长什么样&lt;/Text&gt;&#10;        &lt;Text style={{ fontSize: 15, color: '#8B97A8' }}&gt;15 / 15&lt;/Text&gt;&#10;    &lt;/Box&gt;&#10;    &lt;Box style={{ padding: '6px 40px 0px 40px' }}&gt;&#10;        &lt;Text style={{ fontSize: 17, color: '#4A5568' }}&gt;真实源码片段，行号对应第 7 页七步链：&lt;b&gt;①②③ 定跟谁比、④ 定跟谁一起算、⑤ 才真解位姿、⑥⑦ 修漂移与压显存&lt;/b&gt;。&lt;/Text&gt;&#10;    &lt;/Box&gt;&#10;    &lt;Box style={{ padding: '9px 40px 0px 40px', flexDirection: 'row', gap: 14 }}&gt;&#10;        &lt;Box style={{ flex: 1, flexDirection: 'column', gap: 8 }}&gt;&#10;        &lt;Box style={{ backgroundColor: '#0F1D33', borderRadius: 5, padding: '6px 11px 6px 11px', flexDirection: 'column' }}&gt;&#10;            &lt;Text style={{ fontSize: 13, fontWeight: 'bold', color: '#8FBBFF', marginBottom: 1 }}&gt;① ② ③  检索 → 粗筛 → 建边&lt;/Text&gt;&#10;            &lt;Text style={{ fontFamily: 'Consolas', fontSize: 10, color: '#6D87AC', marginBottom: 3 }}&gt;scene/scene_model_loop_closure.py:179&lt;/Text&gt;&#10;            &lt;Text style={{ fontFamily: 'Consolas', fontSize: 13, color: '#D7E3F6', lineHeight: 1.28 }}&gt;cossim = self.vpr_features @ vpr_feature.T     # 全局描述子&lt;/Text&gt;&#10;            &lt;Text style={{ fontFamily: 'Consolas', fontSize: 13, color: '#D7E3F6', lineHeight: 1.28 }}&gt;_, cand = torch.topk(cossim_best, n_candidates)   # top-20&lt;/Text&gt;&#10;            &lt;Text style={{ fontFamily: 'Consolas', fontSize: 13, color: '#D7E3F6', lineHeight: 1.28 }}&gt;n_m = self.matcher.batched_evaluate_match(...)  # XFeat&lt;/Text&gt;&#10;            &lt;Text style={{ fontFamily: 'Consolas', fontSize: 13, color: '#D7E3F6', lineHeight: 1.28 }}&gt;_, best = torch.topk(n_m, n)                      # 留 top-5&lt;/Text&gt;&#10;            &lt;Text style={{ fontFamily: 'Consolas', fontSize: 13, color: '#D7E3F6', lineHeight: 1.28 }}&gt;self.matcher(..., remove_outliers=True, use_lightglue=True)  # 建边&lt;/Text&gt;&#10;        &lt;/Box&gt;&#10;        &lt;Box style={{ backgroundColor: '#0F1D33', borderRadius: 5, padding: '6px 11px 6px 11px', flexDirection: 'column' }}&gt;&#10;            &lt;Text style={{ fontSize: 13, fontWeight: 'bold', color: '#8FBBFF', marginBottom: 1 }}&gt;④  协视图贪心扩张（式 1）&lt;/Text&gt;&#10;            &lt;Text style={{ fontFamily: 'Consolas', fontSize: 10, color: '#6D87AC', marginBottom: 3 }}&gt;poses/ba_problem.py:648&lt;/Text&gt;&#10;            &lt;Text style={{ fontFamily: 'Consolas', fontSize: 13, color: '#D7E3F6', lineHeight: 1.28 }}&gt;while len(selected_ids) &amp;#60; get_n_keyframes:        # 扩到 20 帧&lt;/Text&gt;&#10;            &lt;Text style={{ fontFamily: 'Consolas', fontSize: 13, color: '#D7E3F6', lineHeight: 1.28 }}&gt;    for sid in selected_ids:&lt;/Text&gt;&#10;            &lt;Text style={{ fontFamily: 'Consolas', fontSize: 13, color: '#D7E3F6', lineHeight: 1.28 }}&gt;        for nb in self.pose_graph.neighbors(sid):&lt;/Text&gt;&#10;            &lt;Text style={{ fontFamily: 'Consolas', fontSize: 13, color: '#D7E3F6', lineHeight: 1.28 }}&gt;            if nb not in selected_ids:            # 边权 = 1/|M|&lt;/Text&gt;&#10;            &lt;Text style={{ fontFamily: 'Consolas', fontSize: 13, color: '#D7E3F6', lineHeight: 1.28 }}&gt;                neighbor_counts[nb] += 1.0 / w(sid, nb)&lt;/Text&gt;&#10;            &lt;Text style={{ fontFamily: 'Consolas', fontSize: 13, color: '#D7E3F6', lineHeight: 1.28 }}&gt;    selected_ids.add(neighbor_counts.most_common(1)[0][0])&lt;/Text&gt;&#10;        &lt;/Box&gt;&#10;        &lt;Box style={{ backgroundColor: '#0F1D33', borderRadius: 5, padding: '6px 11px 6px 11px', flexDirection: 'column' }}&gt;&#10;            &lt;Text style={{ fontSize: 13, fontWeight: 'bold', color: '#8FBBFF', marginBottom: 1 }}&gt;⑤  局部 BA：LM 迭代 + Schur 消元&lt;/Text&gt;&#10;            &lt;Text style={{ fontFamily: 'Consolas', fontSize: 10, color: '#6D87AC', marginBottom: 3 }}&gt;poses/mini_ba.py:285&lt;/Text&gt;&#10;            &lt;Text style={{ fontFamily: 'Consolas', fontSize: 13, color: '#D7E3F6', lineHeight: 1.28 }}&gt;for it in range(self.iters):&lt;/Text&gt;&#10;            &lt;Text style={{ fontFamily: 'Consolas', fontSize: 13, color: '#D7E3F6', lineHeight: 1.28 }}&gt;    jtj_cam, ..., resid = self._assemble_jtj(...)&lt;/Text&gt;&#10;            &lt;Text style={{ fontFamily: 'Consolas', fontSize: 13, color: '#D7E3F6', lineHeight: 1.28 }}&gt;    jtj_cam.diagonal().mul_(1 + lm)        # LM 阻尼&lt;/Text&gt;&#10;            &lt;Text style={{ fontFamily: 'Consolas', fontSize: 13, color: '#D7E3F6', lineHeight: 1.28 }}&gt;    jtj_xyz_inv = self.inv_3x3(jtj_xyz)    # C^-1&lt;/Text&gt;&#10;            &lt;Text style={{ fontFamily: 'Consolas', fontSize: 13, color: '#D7E3F6', lineHeight: 1.28 }}&gt;    S = jtj_cam - jtj_xyz_inv @ jtj_cam_xyz.T @ jtj_cam_xyz&lt;/Text&gt;&#10;            &lt;Text style={{ fontFamily: 'Consolas', fontSize: 13, color: '#D7E3F6', lineHeight: 1.28 }}&gt;    L = torch.linalg.cholesky_ex(S)[0]      # 舒尔补 S&lt;/Text&gt;&#10;            &lt;Text style={{ fontFamily: 'Consolas', fontSize: 13, color: '#D7E3F6', lineHeight: 1.28 }}&gt;    dcam = torch.linalg.solve_triangular(...)  # ΔT&lt;/Text&gt;&#10;            &lt;Text style={{ fontFamily: 'Consolas', fontSize: 13, color: '#D7E3F6', lineHeight: 1.28 }}&gt;    dxyz = torch.bmm(b.view(-1, 1, 3), jtj_xyz_inv)&lt;/Text&gt;&#10;        &lt;/Box&gt;&#10;        &lt;/Box&gt;&#10;        &lt;Box style={{ flex: 1, flexDirection: 'column', gap: 8 }}&gt;&#10;        &lt;Box style={{ backgroundColor: '#0F1D33', borderRadius: 5, padding: '6px 11px 6px 11px', flexDirection: 'column' }}&gt;&#10;            &lt;Text style={{ fontSize: 13, fontWeight: 'bold', color: '#8FBBFF', marginBottom: 1 }}&gt;⑥  回环检测与补边&lt;/Text&gt;&#10;            &lt;Text style={{ fontFamily: 'Consolas', fontSize: 10, color: '#6D87AC', marginBottom: 3 }}&gt;poses/ba_problem.py:1054&lt;/Text&gt;&#10;            &lt;Text style={{ fontFamily: 'Consolas', fontSize: 13, color: '#D7E3F6', lineHeight: 1.28 }}&gt;if dists.max() &amp;#62; self.min_loop_size:      # 图距 &amp;#62; 10&lt;/Text&gt;&#10;            &lt;Text style={{ fontFamily: 'Consolas', fontSize: 13, color: '#D7E3F6', lineHeight: 1.28 }}&gt;    clusters_t = split_into_clusters(dists)   # 分两簇&lt;/Text&gt;&#10;            &lt;Text style={{ fontFamily: 'Consolas', fontSize: 13, color: '#D7E3F6', lineHeight: 1.28 }}&gt;is_loop = (min(n_robust_pairs) &amp;#62; n // 2 and&lt;/Text&gt;&#10;            &lt;Text style={{ fontFamily: 'Consolas', fontSize: 13, color: '#D7E3F6', lineHeight: 1.28 }}&gt;           min(max_matches_robustness) &amp;#62; 0.5 * max(...))&lt;/Text&gt;&#10;            &lt;Text style={{ fontFamily: 'Consolas', fontSize: 13, color: '#D7E3F6', lineHeight: 1.28 }}&gt;if len(match.kpts) &amp;#62;= self.min_matches_edge:   # τm=500&lt;/Text&gt;&#10;            &lt;Text style={{ fontFamily: 'Consolas', fontSize: 13, color: '#D7E3F6', lineHeight: 1.28 }}&gt;    self.pose_graph.add_match(i, j, 1.0 / len(match.kpts))&lt;/Text&gt;&#10;        &lt;/Box&gt;&#10;        &lt;Box style={{ backgroundColor: '#0F1D33', borderRadius: 5, padding: '6px 11px 6px 11px', flexDirection: 'column' }}&gt;&#10;            &lt;Text style={{ fontSize: 13, fontWeight: 'bold', color: '#8FBBFF', marginBottom: 1 }}&gt;⑦-a  分块深度对齐&lt;/Text&gt;&#10;            &lt;Text style={{ fontFamily: 'Consolas', fontSize: 10, color: '#6D87AC', marginBottom: 3 }}&gt;scene/mono_depth.py:315&lt;/Text&gt;&#10;            &lt;Text style={{ fontFamily: 'Consolas', fontSize: 13, color: '#D7E3F6', lineHeight: 1.28 }}&gt;tri_idepth = 1 / (pts3d[has_pt3d] @ R.T + t)[..., -1]&lt;/Text&gt;&#10;            &lt;Text style={{ fontFamily: 'Consolas', fontSize: 13, color: '#D7E3F6', lineHeight: 1.28 }}&gt;mono_al, g_s, g_o = align_samples(tri_idepth, sampled)&lt;/Text&gt;&#10;            &lt;Text style={{ fontFamily: 'Consolas', fontSize: 13, color: '#D7E3F6', lineHeight: 1.28 }}&gt;valid = err &amp;#60; m_err + grid_outlier_mult * err_dev&lt;/Text&gt;&#10;            &lt;Text style={{ fontFamily: 'Consolas', fontSize: 13, color: '#D7E3F6', lineHeight: 1.28 }}&gt;return align_depth_grid(..., 4, g_s, g_o)   # 4x4 分块&lt;/Text&gt;&#10;        &lt;/Box&gt;&#10;        &lt;Box style={{ backgroundColor: '#0F1D33', borderRadius: 5, padding: '6px 11px 6px 11px', flexDirection: 'column' }}&gt;&#10;            &lt;Text style={{ fontSize: 13, fontWeight: 'bold', color: '#8FBBFF', marginBottom: 1 }}&gt;⑦-b  渐进层级与合并&lt;/Text&gt;&#10;            &lt;Text style={{ fontFamily: 'Consolas', fontSize: 10, color: '#6D87AC', marginBottom: 3 }}&gt;scene/hierarchy_cut.py:105&lt;/Text&gt;&#10;            &lt;Text style={{ fontFamily: 'Consolas', fontSize: 13, color: '#D7E3F6', lineHeight: 1.28 }}&gt;mask = screen_size &amp;#60; self.hierarchy_screen_size_threshold  # 0.5 px&lt;/Text&gt;&#10;            &lt;Text style={{ fontFamily: 'Consolas', fontSize: 13, color: '#D7E3F6', lineHeight: 1.28 }}&gt;if mask.sum() &amp;#62; max(len(self.xyz) * 0.1, 200_000):&lt;/Text&gt;&#10;            &lt;Text style={{ fontFamily: 'Consolas', fontSize: 13, color: '#D7E3F6', lineHeight: 1.28 }}&gt;    n_merged = self.create_hierarchy_level(cam_centre, mask)&lt;/Text&gt;&#10;            &lt;Text style={{ fontFamily: 'Consolas', fontSize: 13, color: '#D7E3F6', lineHeight: 1.28 }}&gt;# 合并权重 = opacity * screen_size^2（非 KL 投影）&lt;/Text&gt;&#10;            &lt;Text style={{ fontFamily: 'Consolas', fontSize: 13, color: '#D7E3F6', lineHeight: 1.28 }}&gt;weights = opa.sigmoid() * screen_size[selected] ** 2&lt;/Text&gt;&#10;        &lt;/Box&gt;&#10;        &lt;/Box&gt;&#10;    &lt;/Box&gt;&#10;    &lt;Box style={{ padding: '8px 40px 0px 40px' }}&gt;&#10;        &lt;Text style={{ fontSize: 14, color: '#8B97A8', lineHeight: 1.4 }}&gt;为排版做了换行与变量缩写（w = edge_weight），逻辑未改。第 7 页按源码默认值修正：回环触发为&lt;b&gt;加权图距 &amp;gt; 10&lt;/b&gt;；层级合并触发为&lt;b&gt;可并数 &amp;gt; max(10%, 20 万)&lt;/b&gt;，且是 &lt;b&gt;kNN 加权平均&lt;/b&gt;而非 KL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1325225" y="4286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81000" y="65722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真实源码片段，行号对应第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81000" y="942975"/>
            <a:ext cx="5648325" cy="1371600"/>
          </a:xfrm>
          <a:prstGeom prst="roundRect">
            <a:avLst>
              <a:gd name="adj" fmla="val 3472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85775" y="10001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85775" y="11620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85775" y="1304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cossim = self.vpr_features @ vpr_feature.T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全局描述子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85775" y="14954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_, cand = torch.topk(cossim_best, n_candidates)   # top-20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85775" y="1685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n_m = self.matcher.batched_evaluate_match(...)  # XFeat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85775" y="18764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_, best = torch.topk(n_m, n)                 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留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top-5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485775" y="2066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self.matcher(..., remove_outliers=True, use_lightglue=True)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建边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381000" y="2390775"/>
            <a:ext cx="5648325" cy="1562100"/>
          </a:xfrm>
          <a:prstGeom prst="roundRect">
            <a:avLst>
              <a:gd name="adj" fmla="val 3049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85775" y="24479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85775" y="26098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85775" y="27527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while len(selected_ids) &lt; get_n_keyframes:   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扩到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20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帧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85775" y="29432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for sid in selected_ids: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85775" y="31337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    for nb in self.pose_graph.neighbors(sid):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85775" y="33242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        if nb not in selected_ids:       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边权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= 1/|M|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85775" y="35147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            neighbor_counts[nb] += 1.0 / w(sid, nb)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85775" y="37052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selected_ids.add(neighbor_counts.most_common(1)[0][0])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81000" y="4029075"/>
            <a:ext cx="5648325" cy="1943100"/>
          </a:xfrm>
          <a:prstGeom prst="roundRect">
            <a:avLst>
              <a:gd name="adj" fmla="val 2451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85775" y="40862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485775" y="42481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85775" y="4391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for it in range(self.iters):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485775" y="4581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jtj_cam, ..., resid = self._assemble_jtj(...)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485775" y="4772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jtj_cam.diagonal().mul_(1 + lm)        # LM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阻尼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85775" y="4962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jtj_xyz_inv = self.inv_3x3(jtj_xyz)    # C^-1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85775" y="5153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S = jtj_cam - jtj_xyz_inv @ jtj_cam_xyz.T @ jtj_cam_xyz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85775" y="5343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L = torch.linalg.cholesky_ex(S)[0] 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舒尔补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S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85775" y="5534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dcam = torch.linalg.solve_triangular(...)  # ΔT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85775" y="5724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dxyz = torch.bmm(b.view(-1, 1, 3), jtj_xyz_inv)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162675" y="942975"/>
            <a:ext cx="5648325" cy="1562100"/>
          </a:xfrm>
          <a:prstGeom prst="roundRect">
            <a:avLst>
              <a:gd name="adj" fmla="val 3049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267450" y="10001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267450" y="11620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267450" y="1304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if dists.max() &gt; self.min_loop_size:   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图距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&gt; 10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267450" y="14954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clusters_t = split_into_clusters(dists)   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分两簇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267450" y="1685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is_loop = (min(n_robust_pairs) &gt; n // 2 and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267450" y="18764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       min(max_matches_robustness) &gt; 0.5 * max(...))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267450" y="20669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if len(match.kpts) &gt;= self.min_matches_edge:   # τm=500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267450" y="22574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self.pose_graph.add_match(i, j, 1.0 / len(match.kpts))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6162675" y="2581275"/>
            <a:ext cx="5648325" cy="1181100"/>
          </a:xfrm>
          <a:prstGeom prst="roundRect">
            <a:avLst>
              <a:gd name="adj" fmla="val 4032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267450" y="26384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267450" y="28003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267450" y="29432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tri_idepth = 1 / (pts3d[has_pt3d] @ R.T + t)[..., -1]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267450" y="31337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mono_al, g_s, g_o = align_samples(tri_idepth, sampled)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267450" y="33242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valid = err &lt; m_err + grid_outlier_mult * err_dev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267450" y="35147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return align_depth_grid(..., 4, g_s, g_o)   # 4x4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分块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162675" y="3838575"/>
            <a:ext cx="5648325" cy="1371600"/>
          </a:xfrm>
          <a:prstGeom prst="roundRect">
            <a:avLst>
              <a:gd name="adj" fmla="val 3472"/>
            </a:avLst>
          </a:prstGeom>
          <a:solidFill>
            <a:srgbClr val="0F1D33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267450" y="405765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6D87AC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267450" y="4200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mask = screen_size &lt; self.hierarchy_screen_size_threshold  # 0.5 px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267450" y="4391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if mask.sum() &gt; max(len(self.xyz) * 0.1, 200_000):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267450" y="4581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   n_merged = self.create_hierarchy_level(cam_centre, mask)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267450" y="47720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#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合并权重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= opacity * screen_size^2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（非</a:t>
            </a: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 xml:space="preserve"> KL </a:t>
            </a:r>
            <a:r>
              <a:rPr lang="zh-CN" sz="975">
                <a:solidFill>
                  <a:srgbClr val="D7E3F6"/>
                </a:solidFill>
                <a:latin typeface="Consolas"/>
                <a:ea typeface="Consolas"/>
              </a:rPr>
              <a:t>投影）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267450" y="4962525"/>
            <a:ext cx="5438775" cy="190500"/>
          </a:xfrm>
          <a:prstGeom prst="rect"/>
        </p:spPr>
        <p:txBody>
          <a:bodyPr wrap="none" lIns="0" tIns="0" rIns="0" bIns="0"/>
          <a:p>
            <a:pPr>
              <a:lnSpc>
                <a:spcPct val="128000"/>
              </a:lnSpc>
            </a:pPr>
            <a:r>
              <a:rPr lang="en-US" sz="975">
                <a:solidFill>
                  <a:srgbClr val="D7E3F6"/>
                </a:solidFill>
                <a:latin typeface="Consolas"/>
                <a:ea typeface="Consolas"/>
              </a:rPr>
              <a:t>weights = opa.sigmoid() * screen_size[selected] ** 2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81000" y="6048375"/>
            <a:ext cx="114300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为排版做了换行与变量缩写（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页按源码默认值修正：回环触发为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2026-10-29T18:27:58Z</dcterms:created>
  <dcterms:modified xsi:type="dcterms:W3CDTF">2026-10-29T18:27:58Z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{"AIGC":{"Label":"1","ContentProducer":"00119111010856365494821B355","ProduceID":"01a1871fb56a75c591911bc25694c6e8","ReservedCode1":"","ContentPropagator":"00119111010856365494821B355","PropagateID":"01a1871fb56a75c591911bc25694c6e8","ReservedCode2":""}}</vt:lpwstr>
  </property>
</Properties>
</file>